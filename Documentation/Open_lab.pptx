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53585F"/>
        </a:solidFill>
        <a:effectLst/>
        <a:uFillTx/>
        <a:latin typeface="Produkt Extralight"/>
        <a:ea typeface="Produkt Extralight"/>
        <a:cs typeface="Produkt Extralight"/>
        <a:sym typeface="Produkt Extralight"/>
      </a:defRPr>
    </a:lvl1pPr>
    <a:lvl2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53585F"/>
        </a:solidFill>
        <a:effectLst/>
        <a:uFillTx/>
        <a:latin typeface="Produkt Extralight"/>
        <a:ea typeface="Produkt Extralight"/>
        <a:cs typeface="Produkt Extralight"/>
        <a:sym typeface="Produkt Extralight"/>
      </a:defRPr>
    </a:lvl2pPr>
    <a:lvl3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53585F"/>
        </a:solidFill>
        <a:effectLst/>
        <a:uFillTx/>
        <a:latin typeface="Produkt Extralight"/>
        <a:ea typeface="Produkt Extralight"/>
        <a:cs typeface="Produkt Extralight"/>
        <a:sym typeface="Produkt Extralight"/>
      </a:defRPr>
    </a:lvl3pPr>
    <a:lvl4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53585F"/>
        </a:solidFill>
        <a:effectLst/>
        <a:uFillTx/>
        <a:latin typeface="Produkt Extralight"/>
        <a:ea typeface="Produkt Extralight"/>
        <a:cs typeface="Produkt Extralight"/>
        <a:sym typeface="Produkt Extralight"/>
      </a:defRPr>
    </a:lvl4pPr>
    <a:lvl5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53585F"/>
        </a:solidFill>
        <a:effectLst/>
        <a:uFillTx/>
        <a:latin typeface="Produkt Extralight"/>
        <a:ea typeface="Produkt Extralight"/>
        <a:cs typeface="Produkt Extralight"/>
        <a:sym typeface="Produkt Extralight"/>
      </a:defRPr>
    </a:lvl5pPr>
    <a:lvl6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53585F"/>
        </a:solidFill>
        <a:effectLst/>
        <a:uFillTx/>
        <a:latin typeface="Produkt Extralight"/>
        <a:ea typeface="Produkt Extralight"/>
        <a:cs typeface="Produkt Extralight"/>
        <a:sym typeface="Produkt Extralight"/>
      </a:defRPr>
    </a:lvl6pPr>
    <a:lvl7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53585F"/>
        </a:solidFill>
        <a:effectLst/>
        <a:uFillTx/>
        <a:latin typeface="Produkt Extralight"/>
        <a:ea typeface="Produkt Extralight"/>
        <a:cs typeface="Produkt Extralight"/>
        <a:sym typeface="Produkt Extralight"/>
      </a:defRPr>
    </a:lvl7pPr>
    <a:lvl8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53585F"/>
        </a:solidFill>
        <a:effectLst/>
        <a:uFillTx/>
        <a:latin typeface="Produkt Extralight"/>
        <a:ea typeface="Produkt Extralight"/>
        <a:cs typeface="Produkt Extralight"/>
        <a:sym typeface="Produkt Extralight"/>
      </a:defRPr>
    </a:lvl8pPr>
    <a:lvl9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53585F"/>
        </a:solidFill>
        <a:effectLst/>
        <a:uFillTx/>
        <a:latin typeface="Produkt Extralight"/>
        <a:ea typeface="Produkt Extralight"/>
        <a:cs typeface="Produkt Extralight"/>
        <a:sym typeface="Produkt Extra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Produkt Extralight"/>
          <a:ea typeface="Produkt Extralight"/>
          <a:cs typeface="Produkt Extra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Produkt Extralight"/>
          <a:ea typeface="Produkt Extralight"/>
          <a:cs typeface="Produkt Extra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Produkt Extralight"/>
          <a:ea typeface="Produkt Extralight"/>
          <a:cs typeface="Produkt Extra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Produkt Extralight"/>
          <a:ea typeface="Produkt Extralight"/>
          <a:cs typeface="Produkt Extra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Row>
  </a:tblStyle>
  <a:tblStyle styleId="{C7B018BB-80A7-4F77-B60F-C8B233D01FF8}" styleName="">
    <a:tblBg/>
    <a:wholeTbl>
      <a:tcTxStyle b="off" i="off">
        <a:font>
          <a:latin typeface="Produkt Extralight"/>
          <a:ea typeface="Produkt Extralight"/>
          <a:cs typeface="Produkt Extra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EDEEEE"/>
          </a:solidFill>
        </a:fill>
      </a:tcStyle>
    </a:band2H>
    <a:firstCol>
      <a:tcTxStyle b="on" i="off">
        <a:font>
          <a:latin typeface="Produkt Extralight"/>
          <a:ea typeface="Produkt Extralight"/>
          <a:cs typeface="Produkt Extra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Produkt Extralight"/>
          <a:ea typeface="Produkt Extralight"/>
          <a:cs typeface="Produkt Extra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Produkt Extralight"/>
          <a:ea typeface="Produkt Extralight"/>
          <a:cs typeface="Produkt Extra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5D5D5"/>
          </a:solidFill>
        </a:fill>
      </a:tcStyle>
    </a:firstRow>
  </a:tblStyle>
  <a:tblStyle styleId="{EEE7283C-3CF3-47DC-8721-378D4A62B228}" styleName="">
    <a:tblBg/>
    <a:wholeTbl>
      <a:tcTxStyle b="off" i="off">
        <a:font>
          <a:latin typeface="Produkt Extralight"/>
          <a:ea typeface="Produkt Extralight"/>
          <a:cs typeface="Produkt Extralight"/>
        </a:font>
        <a:srgbClr val="53585F"/>
      </a:tcTxStyle>
      <a:tcStyle>
        <a:tcBdr>
          <a:left>
            <a:ln w="12700" cap="flat">
              <a:solidFill>
                <a:srgbClr val="5F3E0C"/>
              </a:solidFill>
              <a:prstDash val="solid"/>
              <a:round/>
            </a:ln>
          </a:left>
          <a:right>
            <a:ln w="12700" cap="flat">
              <a:solidFill>
                <a:srgbClr val="5F3E0C"/>
              </a:solidFill>
              <a:prstDash val="solid"/>
              <a:round/>
            </a:ln>
          </a:right>
          <a:top>
            <a:ln w="12700" cap="flat">
              <a:solidFill>
                <a:srgbClr val="5F3E0C"/>
              </a:solidFill>
              <a:prstDash val="solid"/>
              <a:round/>
            </a:ln>
          </a:top>
          <a:bottom>
            <a:ln w="12700" cap="flat">
              <a:solidFill>
                <a:srgbClr val="5F3E0C"/>
              </a:solidFill>
              <a:prstDash val="solid"/>
              <a:round/>
            </a:ln>
          </a:bottom>
          <a:insideH>
            <a:ln w="12700" cap="flat">
              <a:solidFill>
                <a:srgbClr val="5F3E0C"/>
              </a:solidFill>
              <a:prstDash val="solid"/>
              <a:round/>
            </a:ln>
          </a:insideH>
          <a:insideV>
            <a:ln w="12700" cap="flat">
              <a:solidFill>
                <a:srgbClr val="5F3E0C"/>
              </a:solidFill>
              <a:prstDash val="solid"/>
              <a:round/>
            </a:ln>
          </a:insideV>
        </a:tcBdr>
        <a:fill>
          <a:solidFill>
            <a:srgbClr val="DFE2E6"/>
          </a:solidFill>
        </a:fill>
      </a:tcStyle>
    </a:wholeTbl>
    <a:band2H>
      <a:tcTxStyle b="def" i="def"/>
      <a:tcStyle>
        <a:tcBdr/>
        <a:fill>
          <a:solidFill>
            <a:srgbClr val="EFF1F3"/>
          </a:solidFill>
        </a:fill>
      </a:tcStyle>
    </a:band2H>
    <a:firstCol>
      <a:tcTxStyle b="on" i="off">
        <a:font>
          <a:latin typeface="Produkt Extralight"/>
          <a:ea typeface="Produkt Extralight"/>
          <a:cs typeface="Produkt Extralight"/>
        </a:font>
        <a:srgbClr val="5F3E0C"/>
      </a:tcTxStyle>
      <a:tcStyle>
        <a:tcBdr>
          <a:left>
            <a:ln w="12700" cap="flat">
              <a:solidFill>
                <a:srgbClr val="5F3E0C"/>
              </a:solidFill>
              <a:prstDash val="solid"/>
              <a:round/>
            </a:ln>
          </a:left>
          <a:right>
            <a:ln w="12700" cap="flat">
              <a:solidFill>
                <a:srgbClr val="5F3E0C"/>
              </a:solidFill>
              <a:prstDash val="solid"/>
              <a:round/>
            </a:ln>
          </a:right>
          <a:top>
            <a:ln w="12700" cap="flat">
              <a:solidFill>
                <a:srgbClr val="5F3E0C"/>
              </a:solidFill>
              <a:prstDash val="solid"/>
              <a:round/>
            </a:ln>
          </a:top>
          <a:bottom>
            <a:ln w="12700" cap="flat">
              <a:solidFill>
                <a:srgbClr val="5F3E0C"/>
              </a:solidFill>
              <a:prstDash val="solid"/>
              <a:round/>
            </a:ln>
          </a:bottom>
          <a:insideH>
            <a:ln w="12700" cap="flat">
              <a:solidFill>
                <a:srgbClr val="5F3E0C"/>
              </a:solidFill>
              <a:prstDash val="solid"/>
              <a:round/>
            </a:ln>
          </a:insideH>
          <a:insideV>
            <a:ln w="12700" cap="flat">
              <a:solidFill>
                <a:srgbClr val="5F3E0C"/>
              </a:solidFill>
              <a:prstDash val="solid"/>
              <a:round/>
            </a:ln>
          </a:insideV>
        </a:tcBdr>
        <a:fill>
          <a:solidFill>
            <a:schemeClr val="accent1"/>
          </a:solidFill>
        </a:fill>
      </a:tcStyle>
    </a:firstCol>
    <a:lastRow>
      <a:tcTxStyle b="on" i="off">
        <a:font>
          <a:latin typeface="Produkt Extralight"/>
          <a:ea typeface="Produkt Extralight"/>
          <a:cs typeface="Produkt Extralight"/>
        </a:font>
        <a:srgbClr val="5F3E0C"/>
      </a:tcTxStyle>
      <a:tcStyle>
        <a:tcBdr>
          <a:left>
            <a:ln w="12700" cap="flat">
              <a:solidFill>
                <a:srgbClr val="5F3E0C"/>
              </a:solidFill>
              <a:prstDash val="solid"/>
              <a:round/>
            </a:ln>
          </a:left>
          <a:right>
            <a:ln w="12700" cap="flat">
              <a:solidFill>
                <a:srgbClr val="5F3E0C"/>
              </a:solidFill>
              <a:prstDash val="solid"/>
              <a:round/>
            </a:ln>
          </a:right>
          <a:top>
            <a:ln w="38100" cap="flat">
              <a:solidFill>
                <a:srgbClr val="5F3E0C"/>
              </a:solidFill>
              <a:prstDash val="solid"/>
              <a:round/>
            </a:ln>
          </a:top>
          <a:bottom>
            <a:ln w="12700" cap="flat">
              <a:solidFill>
                <a:srgbClr val="5F3E0C"/>
              </a:solidFill>
              <a:prstDash val="solid"/>
              <a:round/>
            </a:ln>
          </a:bottom>
          <a:insideH>
            <a:ln w="12700" cap="flat">
              <a:solidFill>
                <a:srgbClr val="5F3E0C"/>
              </a:solidFill>
              <a:prstDash val="solid"/>
              <a:round/>
            </a:ln>
          </a:insideH>
          <a:insideV>
            <a:ln w="12700" cap="flat">
              <a:solidFill>
                <a:srgbClr val="5F3E0C"/>
              </a:solidFill>
              <a:prstDash val="solid"/>
              <a:round/>
            </a:ln>
          </a:insideV>
        </a:tcBdr>
        <a:fill>
          <a:solidFill>
            <a:schemeClr val="accent1"/>
          </a:solidFill>
        </a:fill>
      </a:tcStyle>
    </a:lastRow>
    <a:firstRow>
      <a:tcTxStyle b="on" i="off">
        <a:font>
          <a:latin typeface="Produkt Extralight"/>
          <a:ea typeface="Produkt Extralight"/>
          <a:cs typeface="Produkt Extralight"/>
        </a:font>
        <a:srgbClr val="5F3E0C"/>
      </a:tcTxStyle>
      <a:tcStyle>
        <a:tcBdr>
          <a:left>
            <a:ln w="12700" cap="flat">
              <a:solidFill>
                <a:srgbClr val="5F3E0C"/>
              </a:solidFill>
              <a:prstDash val="solid"/>
              <a:round/>
            </a:ln>
          </a:left>
          <a:right>
            <a:ln w="12700" cap="flat">
              <a:solidFill>
                <a:srgbClr val="5F3E0C"/>
              </a:solidFill>
              <a:prstDash val="solid"/>
              <a:round/>
            </a:ln>
          </a:right>
          <a:top>
            <a:ln w="12700" cap="flat">
              <a:solidFill>
                <a:srgbClr val="5F3E0C"/>
              </a:solidFill>
              <a:prstDash val="solid"/>
              <a:round/>
            </a:ln>
          </a:top>
          <a:bottom>
            <a:ln w="38100" cap="flat">
              <a:solidFill>
                <a:srgbClr val="5F3E0C"/>
              </a:solidFill>
              <a:prstDash val="solid"/>
              <a:round/>
            </a:ln>
          </a:bottom>
          <a:insideH>
            <a:ln w="12700" cap="flat">
              <a:solidFill>
                <a:srgbClr val="5F3E0C"/>
              </a:solidFill>
              <a:prstDash val="solid"/>
              <a:round/>
            </a:ln>
          </a:insideH>
          <a:insideV>
            <a:ln w="12700" cap="flat">
              <a:solidFill>
                <a:srgbClr val="5F3E0C"/>
              </a:solidFill>
              <a:prstDash val="solid"/>
              <a:round/>
            </a:ln>
          </a:insideV>
        </a:tcBdr>
        <a:fill>
          <a:solidFill>
            <a:schemeClr val="accent1"/>
          </a:solidFill>
        </a:fill>
      </a:tcStyle>
    </a:firstRow>
  </a:tblStyle>
  <a:tblStyle styleId="{CF821DB8-F4EB-4A41-A1BA-3FCAFE7338EE}" styleName="">
    <a:tblBg/>
    <a:wholeTbl>
      <a:tcTxStyle b="off" i="off">
        <a:font>
          <a:latin typeface="Produkt Extralight"/>
          <a:ea typeface="Produkt Extralight"/>
          <a:cs typeface="Produkt Extralight"/>
        </a:font>
        <a:srgbClr val="53585F"/>
      </a:tcTxStyle>
      <a:tcStyle>
        <a:tcBdr>
          <a:left>
            <a:ln w="12700" cap="flat">
              <a:solidFill>
                <a:srgbClr val="5F3E0C"/>
              </a:solidFill>
              <a:prstDash val="solid"/>
              <a:round/>
            </a:ln>
          </a:left>
          <a:right>
            <a:ln w="12700" cap="flat">
              <a:solidFill>
                <a:srgbClr val="5F3E0C"/>
              </a:solidFill>
              <a:prstDash val="solid"/>
              <a:round/>
            </a:ln>
          </a:right>
          <a:top>
            <a:ln w="12700" cap="flat">
              <a:solidFill>
                <a:srgbClr val="5F3E0C"/>
              </a:solidFill>
              <a:prstDash val="solid"/>
              <a:round/>
            </a:ln>
          </a:top>
          <a:bottom>
            <a:ln w="12700" cap="flat">
              <a:solidFill>
                <a:srgbClr val="5F3E0C"/>
              </a:solidFill>
              <a:prstDash val="solid"/>
              <a:round/>
            </a:ln>
          </a:bottom>
          <a:insideH>
            <a:ln w="12700" cap="flat">
              <a:solidFill>
                <a:srgbClr val="5F3E0C"/>
              </a:solidFill>
              <a:prstDash val="solid"/>
              <a:round/>
            </a:ln>
          </a:insideH>
          <a:insideV>
            <a:ln w="12700" cap="flat">
              <a:solidFill>
                <a:srgbClr val="5F3E0C"/>
              </a:solidFill>
              <a:prstDash val="solid"/>
              <a:round/>
            </a:ln>
          </a:insideV>
        </a:tcBdr>
        <a:fill>
          <a:solidFill>
            <a:srgbClr val="DCE6E0"/>
          </a:solidFill>
        </a:fill>
      </a:tcStyle>
    </a:wholeTbl>
    <a:band2H>
      <a:tcTxStyle b="def" i="def"/>
      <a:tcStyle>
        <a:tcBdr/>
        <a:fill>
          <a:solidFill>
            <a:srgbClr val="EEF3F0"/>
          </a:solidFill>
        </a:fill>
      </a:tcStyle>
    </a:band2H>
    <a:firstCol>
      <a:tcTxStyle b="on" i="off">
        <a:font>
          <a:latin typeface="Produkt Extralight"/>
          <a:ea typeface="Produkt Extralight"/>
          <a:cs typeface="Produkt Extralight"/>
        </a:font>
        <a:srgbClr val="5F3E0C"/>
      </a:tcTxStyle>
      <a:tcStyle>
        <a:tcBdr>
          <a:left>
            <a:ln w="12700" cap="flat">
              <a:solidFill>
                <a:srgbClr val="5F3E0C"/>
              </a:solidFill>
              <a:prstDash val="solid"/>
              <a:round/>
            </a:ln>
          </a:left>
          <a:right>
            <a:ln w="12700" cap="flat">
              <a:solidFill>
                <a:srgbClr val="5F3E0C"/>
              </a:solidFill>
              <a:prstDash val="solid"/>
              <a:round/>
            </a:ln>
          </a:right>
          <a:top>
            <a:ln w="12700" cap="flat">
              <a:solidFill>
                <a:srgbClr val="5F3E0C"/>
              </a:solidFill>
              <a:prstDash val="solid"/>
              <a:round/>
            </a:ln>
          </a:top>
          <a:bottom>
            <a:ln w="12700" cap="flat">
              <a:solidFill>
                <a:srgbClr val="5F3E0C"/>
              </a:solidFill>
              <a:prstDash val="solid"/>
              <a:round/>
            </a:ln>
          </a:bottom>
          <a:insideH>
            <a:ln w="12700" cap="flat">
              <a:solidFill>
                <a:srgbClr val="5F3E0C"/>
              </a:solidFill>
              <a:prstDash val="solid"/>
              <a:round/>
            </a:ln>
          </a:insideH>
          <a:insideV>
            <a:ln w="12700" cap="flat">
              <a:solidFill>
                <a:srgbClr val="5F3E0C"/>
              </a:solidFill>
              <a:prstDash val="solid"/>
              <a:round/>
            </a:ln>
          </a:insideV>
        </a:tcBdr>
        <a:fill>
          <a:solidFill>
            <a:schemeClr val="accent3"/>
          </a:solidFill>
        </a:fill>
      </a:tcStyle>
    </a:firstCol>
    <a:lastRow>
      <a:tcTxStyle b="on" i="off">
        <a:font>
          <a:latin typeface="Produkt Extralight"/>
          <a:ea typeface="Produkt Extralight"/>
          <a:cs typeface="Produkt Extralight"/>
        </a:font>
        <a:srgbClr val="5F3E0C"/>
      </a:tcTxStyle>
      <a:tcStyle>
        <a:tcBdr>
          <a:left>
            <a:ln w="12700" cap="flat">
              <a:solidFill>
                <a:srgbClr val="5F3E0C"/>
              </a:solidFill>
              <a:prstDash val="solid"/>
              <a:round/>
            </a:ln>
          </a:left>
          <a:right>
            <a:ln w="12700" cap="flat">
              <a:solidFill>
                <a:srgbClr val="5F3E0C"/>
              </a:solidFill>
              <a:prstDash val="solid"/>
              <a:round/>
            </a:ln>
          </a:right>
          <a:top>
            <a:ln w="38100" cap="flat">
              <a:solidFill>
                <a:srgbClr val="5F3E0C"/>
              </a:solidFill>
              <a:prstDash val="solid"/>
              <a:round/>
            </a:ln>
          </a:top>
          <a:bottom>
            <a:ln w="12700" cap="flat">
              <a:solidFill>
                <a:srgbClr val="5F3E0C"/>
              </a:solidFill>
              <a:prstDash val="solid"/>
              <a:round/>
            </a:ln>
          </a:bottom>
          <a:insideH>
            <a:ln w="12700" cap="flat">
              <a:solidFill>
                <a:srgbClr val="5F3E0C"/>
              </a:solidFill>
              <a:prstDash val="solid"/>
              <a:round/>
            </a:ln>
          </a:insideH>
          <a:insideV>
            <a:ln w="12700" cap="flat">
              <a:solidFill>
                <a:srgbClr val="5F3E0C"/>
              </a:solidFill>
              <a:prstDash val="solid"/>
              <a:round/>
            </a:ln>
          </a:insideV>
        </a:tcBdr>
        <a:fill>
          <a:solidFill>
            <a:schemeClr val="accent3"/>
          </a:solidFill>
        </a:fill>
      </a:tcStyle>
    </a:lastRow>
    <a:firstRow>
      <a:tcTxStyle b="on" i="off">
        <a:font>
          <a:latin typeface="Produkt Extralight"/>
          <a:ea typeface="Produkt Extralight"/>
          <a:cs typeface="Produkt Extralight"/>
        </a:font>
        <a:srgbClr val="5F3E0C"/>
      </a:tcTxStyle>
      <a:tcStyle>
        <a:tcBdr>
          <a:left>
            <a:ln w="12700" cap="flat">
              <a:solidFill>
                <a:srgbClr val="5F3E0C"/>
              </a:solidFill>
              <a:prstDash val="solid"/>
              <a:round/>
            </a:ln>
          </a:left>
          <a:right>
            <a:ln w="12700" cap="flat">
              <a:solidFill>
                <a:srgbClr val="5F3E0C"/>
              </a:solidFill>
              <a:prstDash val="solid"/>
              <a:round/>
            </a:ln>
          </a:right>
          <a:top>
            <a:ln w="12700" cap="flat">
              <a:solidFill>
                <a:srgbClr val="5F3E0C"/>
              </a:solidFill>
              <a:prstDash val="solid"/>
              <a:round/>
            </a:ln>
          </a:top>
          <a:bottom>
            <a:ln w="38100" cap="flat">
              <a:solidFill>
                <a:srgbClr val="5F3E0C"/>
              </a:solidFill>
              <a:prstDash val="solid"/>
              <a:round/>
            </a:ln>
          </a:bottom>
          <a:insideH>
            <a:ln w="12700" cap="flat">
              <a:solidFill>
                <a:srgbClr val="5F3E0C"/>
              </a:solidFill>
              <a:prstDash val="solid"/>
              <a:round/>
            </a:ln>
          </a:insideH>
          <a:insideV>
            <a:ln w="12700" cap="flat">
              <a:solidFill>
                <a:srgbClr val="5F3E0C"/>
              </a:solidFill>
              <a:prstDash val="solid"/>
              <a:round/>
            </a:ln>
          </a:insideV>
        </a:tcBdr>
        <a:fill>
          <a:solidFill>
            <a:schemeClr val="accent3"/>
          </a:solidFill>
        </a:fill>
      </a:tcStyle>
    </a:firstRow>
  </a:tblStyle>
  <a:tblStyle styleId="{33BA23B1-9221-436E-865A-0063620EA4FD}" styleName="">
    <a:tblBg/>
    <a:wholeTbl>
      <a:tcTxStyle b="off" i="off">
        <a:font>
          <a:latin typeface="Produkt Extralight"/>
          <a:ea typeface="Produkt Extralight"/>
          <a:cs typeface="Produkt Extralight"/>
        </a:font>
        <a:srgbClr val="53585F"/>
      </a:tcTxStyle>
      <a:tcStyle>
        <a:tcBdr>
          <a:left>
            <a:ln w="12700" cap="flat">
              <a:solidFill>
                <a:srgbClr val="5F3E0C"/>
              </a:solidFill>
              <a:prstDash val="solid"/>
              <a:round/>
            </a:ln>
          </a:left>
          <a:right>
            <a:ln w="12700" cap="flat">
              <a:solidFill>
                <a:srgbClr val="5F3E0C"/>
              </a:solidFill>
              <a:prstDash val="solid"/>
              <a:round/>
            </a:ln>
          </a:right>
          <a:top>
            <a:ln w="12700" cap="flat">
              <a:solidFill>
                <a:srgbClr val="5F3E0C"/>
              </a:solidFill>
              <a:prstDash val="solid"/>
              <a:round/>
            </a:ln>
          </a:top>
          <a:bottom>
            <a:ln w="12700" cap="flat">
              <a:solidFill>
                <a:srgbClr val="5F3E0C"/>
              </a:solidFill>
              <a:prstDash val="solid"/>
              <a:round/>
            </a:ln>
          </a:bottom>
          <a:insideH>
            <a:ln w="12700" cap="flat">
              <a:solidFill>
                <a:srgbClr val="5F3E0C"/>
              </a:solidFill>
              <a:prstDash val="solid"/>
              <a:round/>
            </a:ln>
          </a:insideH>
          <a:insideV>
            <a:ln w="12700" cap="flat">
              <a:solidFill>
                <a:srgbClr val="5F3E0C"/>
              </a:solidFill>
              <a:prstDash val="solid"/>
              <a:round/>
            </a:ln>
          </a:insideV>
        </a:tcBdr>
        <a:fill>
          <a:solidFill>
            <a:srgbClr val="E6DCE4"/>
          </a:solidFill>
        </a:fill>
      </a:tcStyle>
    </a:wholeTbl>
    <a:band2H>
      <a:tcTxStyle b="def" i="def"/>
      <a:tcStyle>
        <a:tcBdr/>
        <a:fill>
          <a:solidFill>
            <a:srgbClr val="F3EEF2"/>
          </a:solidFill>
        </a:fill>
      </a:tcStyle>
    </a:band2H>
    <a:firstCol>
      <a:tcTxStyle b="on" i="off">
        <a:font>
          <a:latin typeface="Produkt Extralight"/>
          <a:ea typeface="Produkt Extralight"/>
          <a:cs typeface="Produkt Extralight"/>
        </a:font>
        <a:srgbClr val="5F3E0C"/>
      </a:tcTxStyle>
      <a:tcStyle>
        <a:tcBdr>
          <a:left>
            <a:ln w="12700" cap="flat">
              <a:solidFill>
                <a:srgbClr val="5F3E0C"/>
              </a:solidFill>
              <a:prstDash val="solid"/>
              <a:round/>
            </a:ln>
          </a:left>
          <a:right>
            <a:ln w="12700" cap="flat">
              <a:solidFill>
                <a:srgbClr val="5F3E0C"/>
              </a:solidFill>
              <a:prstDash val="solid"/>
              <a:round/>
            </a:ln>
          </a:right>
          <a:top>
            <a:ln w="12700" cap="flat">
              <a:solidFill>
                <a:srgbClr val="5F3E0C"/>
              </a:solidFill>
              <a:prstDash val="solid"/>
              <a:round/>
            </a:ln>
          </a:top>
          <a:bottom>
            <a:ln w="12700" cap="flat">
              <a:solidFill>
                <a:srgbClr val="5F3E0C"/>
              </a:solidFill>
              <a:prstDash val="solid"/>
              <a:round/>
            </a:ln>
          </a:bottom>
          <a:insideH>
            <a:ln w="12700" cap="flat">
              <a:solidFill>
                <a:srgbClr val="5F3E0C"/>
              </a:solidFill>
              <a:prstDash val="solid"/>
              <a:round/>
            </a:ln>
          </a:insideH>
          <a:insideV>
            <a:ln w="12700" cap="flat">
              <a:solidFill>
                <a:srgbClr val="5F3E0C"/>
              </a:solidFill>
              <a:prstDash val="solid"/>
              <a:round/>
            </a:ln>
          </a:insideV>
        </a:tcBdr>
        <a:fill>
          <a:solidFill>
            <a:schemeClr val="accent6"/>
          </a:solidFill>
        </a:fill>
      </a:tcStyle>
    </a:firstCol>
    <a:lastRow>
      <a:tcTxStyle b="on" i="off">
        <a:font>
          <a:latin typeface="Produkt Extralight"/>
          <a:ea typeface="Produkt Extralight"/>
          <a:cs typeface="Produkt Extralight"/>
        </a:font>
        <a:srgbClr val="5F3E0C"/>
      </a:tcTxStyle>
      <a:tcStyle>
        <a:tcBdr>
          <a:left>
            <a:ln w="12700" cap="flat">
              <a:solidFill>
                <a:srgbClr val="5F3E0C"/>
              </a:solidFill>
              <a:prstDash val="solid"/>
              <a:round/>
            </a:ln>
          </a:left>
          <a:right>
            <a:ln w="12700" cap="flat">
              <a:solidFill>
                <a:srgbClr val="5F3E0C"/>
              </a:solidFill>
              <a:prstDash val="solid"/>
              <a:round/>
            </a:ln>
          </a:right>
          <a:top>
            <a:ln w="38100" cap="flat">
              <a:solidFill>
                <a:srgbClr val="5F3E0C"/>
              </a:solidFill>
              <a:prstDash val="solid"/>
              <a:round/>
            </a:ln>
          </a:top>
          <a:bottom>
            <a:ln w="12700" cap="flat">
              <a:solidFill>
                <a:srgbClr val="5F3E0C"/>
              </a:solidFill>
              <a:prstDash val="solid"/>
              <a:round/>
            </a:ln>
          </a:bottom>
          <a:insideH>
            <a:ln w="12700" cap="flat">
              <a:solidFill>
                <a:srgbClr val="5F3E0C"/>
              </a:solidFill>
              <a:prstDash val="solid"/>
              <a:round/>
            </a:ln>
          </a:insideH>
          <a:insideV>
            <a:ln w="12700" cap="flat">
              <a:solidFill>
                <a:srgbClr val="5F3E0C"/>
              </a:solidFill>
              <a:prstDash val="solid"/>
              <a:round/>
            </a:ln>
          </a:insideV>
        </a:tcBdr>
        <a:fill>
          <a:solidFill>
            <a:schemeClr val="accent6"/>
          </a:solidFill>
        </a:fill>
      </a:tcStyle>
    </a:lastRow>
    <a:firstRow>
      <a:tcTxStyle b="on" i="off">
        <a:font>
          <a:latin typeface="Produkt Extralight"/>
          <a:ea typeface="Produkt Extralight"/>
          <a:cs typeface="Produkt Extralight"/>
        </a:font>
        <a:srgbClr val="5F3E0C"/>
      </a:tcTxStyle>
      <a:tcStyle>
        <a:tcBdr>
          <a:left>
            <a:ln w="12700" cap="flat">
              <a:solidFill>
                <a:srgbClr val="5F3E0C"/>
              </a:solidFill>
              <a:prstDash val="solid"/>
              <a:round/>
            </a:ln>
          </a:left>
          <a:right>
            <a:ln w="12700" cap="flat">
              <a:solidFill>
                <a:srgbClr val="5F3E0C"/>
              </a:solidFill>
              <a:prstDash val="solid"/>
              <a:round/>
            </a:ln>
          </a:right>
          <a:top>
            <a:ln w="12700" cap="flat">
              <a:solidFill>
                <a:srgbClr val="5F3E0C"/>
              </a:solidFill>
              <a:prstDash val="solid"/>
              <a:round/>
            </a:ln>
          </a:top>
          <a:bottom>
            <a:ln w="38100" cap="flat">
              <a:solidFill>
                <a:srgbClr val="5F3E0C"/>
              </a:solidFill>
              <a:prstDash val="solid"/>
              <a:round/>
            </a:ln>
          </a:bottom>
          <a:insideH>
            <a:ln w="12700" cap="flat">
              <a:solidFill>
                <a:srgbClr val="5F3E0C"/>
              </a:solidFill>
              <a:prstDash val="solid"/>
              <a:round/>
            </a:ln>
          </a:insideH>
          <a:insideV>
            <a:ln w="12700" cap="flat">
              <a:solidFill>
                <a:srgbClr val="5F3E0C"/>
              </a:solidFill>
              <a:prstDash val="solid"/>
              <a:round/>
            </a:ln>
          </a:insideV>
        </a:tcBdr>
        <a:fill>
          <a:solidFill>
            <a:schemeClr val="accent6"/>
          </a:solidFill>
        </a:fill>
      </a:tcStyle>
    </a:firstRow>
  </a:tblStyle>
  <a:tblStyle styleId="{2708684C-4D16-4618-839F-0558EEFCDFE6}" styleName="">
    <a:tblBg/>
    <a:wholeTbl>
      <a:tcTxStyle b="off" i="off">
        <a:font>
          <a:latin typeface="Produkt Extralight"/>
          <a:ea typeface="Produkt Extralight"/>
          <a:cs typeface="Produkt Extralight"/>
        </a:font>
        <a:srgbClr val="53585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b="def" i="def"/>
      <a:tcStyle>
        <a:tcBdr/>
        <a:fill>
          <a:solidFill>
            <a:srgbClr val="5F3E0C"/>
          </a:solidFill>
        </a:fill>
      </a:tcStyle>
    </a:band2H>
    <a:firstCol>
      <a:tcTxStyle b="on" i="off">
        <a:font>
          <a:latin typeface="Produkt Extralight"/>
          <a:ea typeface="Produkt Extralight"/>
          <a:cs typeface="Produkt Extralight"/>
        </a:font>
        <a:srgbClr val="5F3E0C"/>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Produkt Extralight"/>
          <a:ea typeface="Produkt Extralight"/>
          <a:cs typeface="Produkt Extralight"/>
        </a:font>
        <a:srgbClr val="53585F"/>
      </a:tcTxStyle>
      <a:tcStyle>
        <a:tcBdr>
          <a:left>
            <a:ln w="12700" cap="flat">
              <a:noFill/>
              <a:miter lim="400000"/>
            </a:ln>
          </a:left>
          <a:right>
            <a:ln w="12700" cap="flat">
              <a:noFill/>
              <a:miter lim="400000"/>
            </a:ln>
          </a:right>
          <a:top>
            <a:ln w="50800" cap="flat">
              <a:solidFill>
                <a:srgbClr val="53585F"/>
              </a:solidFill>
              <a:prstDash val="solid"/>
              <a:round/>
            </a:ln>
          </a:top>
          <a:bottom>
            <a:ln w="25400" cap="flat">
              <a:solidFill>
                <a:srgbClr val="53585F"/>
              </a:solidFill>
              <a:prstDash val="solid"/>
              <a:round/>
            </a:ln>
          </a:bottom>
          <a:insideH>
            <a:ln w="12700" cap="flat">
              <a:noFill/>
              <a:miter lim="400000"/>
            </a:ln>
          </a:insideH>
          <a:insideV>
            <a:ln w="12700" cap="flat">
              <a:noFill/>
              <a:miter lim="400000"/>
            </a:ln>
          </a:insideV>
        </a:tcBdr>
        <a:fill>
          <a:solidFill>
            <a:srgbClr val="5F3E0C"/>
          </a:solidFill>
        </a:fill>
      </a:tcStyle>
    </a:lastRow>
    <a:firstRow>
      <a:tcTxStyle b="on" i="off">
        <a:font>
          <a:latin typeface="Produkt Extralight"/>
          <a:ea typeface="Produkt Extralight"/>
          <a:cs typeface="Produkt Extralight"/>
        </a:font>
        <a:srgbClr val="5F3E0C"/>
      </a:tcTxStyle>
      <a:tcStyle>
        <a:tcBdr>
          <a:left>
            <a:ln w="12700" cap="flat">
              <a:noFill/>
              <a:miter lim="400000"/>
            </a:ln>
          </a:left>
          <a:right>
            <a:ln w="12700" cap="flat">
              <a:noFill/>
              <a:miter lim="400000"/>
            </a:ln>
          </a:right>
          <a:top>
            <a:ln w="25400" cap="flat">
              <a:solidFill>
                <a:srgbClr val="53585F"/>
              </a:solidFill>
              <a:prstDash val="solid"/>
              <a:round/>
            </a:ln>
          </a:top>
          <a:bottom>
            <a:ln w="25400" cap="flat">
              <a:solidFill>
                <a:srgbClr val="53585F"/>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 name="Body Level One…"/>
          <p:cNvSpPr txBox="1"/>
          <p:nvPr>
            <p:ph type="body" sz="quarter" idx="1" hasCustomPrompt="1"/>
          </p:nvPr>
        </p:nvSpPr>
        <p:spPr>
          <a:xfrm>
            <a:off x="1206500" y="12268950"/>
            <a:ext cx="21971000" cy="660402"/>
          </a:xfrm>
          <a:prstGeom prst="rect">
            <a:avLst/>
          </a:prstGeom>
        </p:spPr>
        <p:txBody>
          <a:bodyPr lIns="45718" tIns="45718" rIns="45718" bIns="45718" anchor="b"/>
          <a:lstStyle>
            <a:lvl1pPr marL="0" indent="0" defTabSz="825500">
              <a:spcBef>
                <a:spcPts val="0"/>
              </a:spcBef>
              <a:buSzTx/>
              <a:buNone/>
              <a:defRPr sz="3300">
                <a:latin typeface="Produkt Light"/>
                <a:ea typeface="Produkt Light"/>
                <a:cs typeface="Produkt Light"/>
                <a:sym typeface="Produkt Light"/>
              </a:defRPr>
            </a:lvl1pPr>
            <a:lvl2pPr marL="834389" indent="-377189" defTabSz="825500">
              <a:spcBef>
                <a:spcPts val="0"/>
              </a:spcBef>
              <a:defRPr sz="3300">
                <a:latin typeface="Produkt Light"/>
                <a:ea typeface="Produkt Light"/>
                <a:cs typeface="Produkt Light"/>
                <a:sym typeface="Produkt Light"/>
              </a:defRPr>
            </a:lvl2pPr>
            <a:lvl3pPr marL="1291589" indent="-377189" defTabSz="825500">
              <a:spcBef>
                <a:spcPts val="0"/>
              </a:spcBef>
              <a:defRPr sz="3300">
                <a:latin typeface="Produkt Light"/>
                <a:ea typeface="Produkt Light"/>
                <a:cs typeface="Produkt Light"/>
                <a:sym typeface="Produkt Light"/>
              </a:defRPr>
            </a:lvl3pPr>
            <a:lvl4pPr marL="1748789" indent="-377189" defTabSz="825500">
              <a:spcBef>
                <a:spcPts val="0"/>
              </a:spcBef>
              <a:defRPr sz="3300">
                <a:latin typeface="Produkt Light"/>
                <a:ea typeface="Produkt Light"/>
                <a:cs typeface="Produkt Light"/>
                <a:sym typeface="Produkt Light"/>
              </a:defRPr>
            </a:lvl4pPr>
            <a:lvl5pPr marL="2205989" indent="-377189" defTabSz="825500">
              <a:spcBef>
                <a:spcPts val="0"/>
              </a:spcBef>
              <a:defRPr sz="3300">
                <a:latin typeface="Produkt Light"/>
                <a:ea typeface="Produkt Light"/>
                <a:cs typeface="Produkt Light"/>
                <a:sym typeface="Produkt Light"/>
              </a:defRPr>
            </a:lvl5pPr>
          </a:lstStyle>
          <a:p>
            <a:pPr/>
            <a:r>
              <a:t>Author and Date</a:t>
            </a:r>
          </a:p>
          <a:p>
            <a:pPr lvl="1"/>
            <a:r>
              <a:t/>
            </a:r>
          </a:p>
          <a:p>
            <a:pPr lvl="2"/>
            <a:r>
              <a:t/>
            </a:r>
          </a:p>
          <a:p>
            <a:pPr lvl="3"/>
            <a:r>
              <a:t/>
            </a:r>
          </a:p>
          <a:p>
            <a:pPr lvl="4"/>
            <a:r>
              <a:t/>
            </a:r>
          </a:p>
        </p:txBody>
      </p:sp>
      <p:sp>
        <p:nvSpPr>
          <p:cNvPr id="12" name="Body Level One…"/>
          <p:cNvSpPr txBox="1"/>
          <p:nvPr>
            <p:ph type="body" sz="quarter" idx="2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Produkt Extralight"/>
                <a:ea typeface="Produkt Extralight"/>
                <a:cs typeface="Produkt Extralight"/>
                <a:sym typeface="Produkt Extralight"/>
              </a:defRPr>
            </a:lvl1pPr>
          </a:lstStyle>
          <a:p>
            <a:pPr/>
            <a:r>
              <a:t>Presentation Subtitle</a:t>
            </a:r>
          </a:p>
        </p:txBody>
      </p:sp>
      <p:sp>
        <p:nvSpPr>
          <p:cNvPr id="13" name="Presentation Title"/>
          <p:cNvSpPr txBox="1"/>
          <p:nvPr>
            <p:ph type="title" hasCustomPrompt="1"/>
          </p:nvPr>
        </p:nvSpPr>
        <p:spPr>
          <a:xfrm>
            <a:off x="1206500" y="2616200"/>
            <a:ext cx="21971005" cy="4648200"/>
          </a:xfrm>
          <a:prstGeom prst="rect">
            <a:avLst/>
          </a:prstGeom>
        </p:spPr>
        <p:txBody>
          <a:bodyPr anchor="b"/>
          <a:lstStyle>
            <a:lvl1pPr defTabSz="355600">
              <a:defRPr spc="-119" sz="12000"/>
            </a:lvl1pPr>
          </a:lstStyle>
          <a:p>
            <a:pPr/>
            <a:r>
              <a:t>Presentation Title</a:t>
            </a:r>
          </a:p>
        </p:txBody>
      </p:sp>
      <p:sp>
        <p:nvSpPr>
          <p:cNvPr id="14" name="Slide Number"/>
          <p:cNvSpPr txBox="1"/>
          <p:nvPr>
            <p:ph type="sldNum" sz="quarter" idx="2"/>
          </p:nvPr>
        </p:nvSpPr>
        <p:spPr>
          <a:xfrm>
            <a:off x="23558499" y="1246072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bg>
      <p:bgPr>
        <a:solidFill>
          <a:srgbClr val="FFFFFF"/>
        </a:solidFill>
      </p:bgPr>
    </p:bg>
    <p:spTree>
      <p:nvGrpSpPr>
        <p:cNvPr id="1" name=""/>
        <p:cNvGrpSpPr/>
        <p:nvPr/>
      </p:nvGrpSpPr>
      <p:grpSpPr>
        <a:xfrm>
          <a:off x="0" y="0"/>
          <a:ext cx="0" cy="0"/>
          <a:chOff x="0" y="0"/>
          <a:chExt cx="0" cy="0"/>
        </a:xfrm>
      </p:grpSpPr>
      <p:sp>
        <p:nvSpPr>
          <p:cNvPr id="21" name="Curved, white arches on a grey reflective floor"/>
          <p:cNvSpPr/>
          <p:nvPr>
            <p:ph type="pic" idx="21"/>
          </p:nvPr>
        </p:nvSpPr>
        <p:spPr>
          <a:xfrm>
            <a:off x="-76200" y="-558800"/>
            <a:ext cx="24574500" cy="14839510"/>
          </a:xfrm>
          <a:prstGeom prst="rect">
            <a:avLst/>
          </a:prstGeom>
        </p:spPr>
        <p:txBody>
          <a:bodyPr lIns="91439" tIns="45719" rIns="91439" bIns="45719">
            <a:noAutofit/>
          </a:bodyPr>
          <a:lstStyle/>
          <a:p>
            <a:pPr/>
          </a:p>
        </p:txBody>
      </p:sp>
      <p:sp>
        <p:nvSpPr>
          <p:cNvPr id="22" name="Body Level One…"/>
          <p:cNvSpPr txBox="1"/>
          <p:nvPr>
            <p:ph type="body" sz="quarter" idx="1" hasCustomPrompt="1"/>
          </p:nvPr>
        </p:nvSpPr>
        <p:spPr>
          <a:xfrm>
            <a:off x="1206500" y="12268200"/>
            <a:ext cx="21971000" cy="660400"/>
          </a:xfrm>
          <a:prstGeom prst="rect">
            <a:avLst/>
          </a:prstGeom>
        </p:spPr>
        <p:txBody>
          <a:bodyPr lIns="45718" tIns="45718" rIns="45718" bIns="45718" anchor="b"/>
          <a:lstStyle>
            <a:lvl1pPr marL="0" indent="0" defTabSz="825500">
              <a:spcBef>
                <a:spcPts val="0"/>
              </a:spcBef>
              <a:buSzTx/>
              <a:buNone/>
              <a:defRPr sz="3300">
                <a:latin typeface="Produkt Light"/>
                <a:ea typeface="Produkt Light"/>
                <a:cs typeface="Produkt Light"/>
                <a:sym typeface="Produkt Light"/>
              </a:defRPr>
            </a:lvl1pPr>
            <a:lvl2pPr marL="834389" indent="-377189" defTabSz="825500">
              <a:spcBef>
                <a:spcPts val="0"/>
              </a:spcBef>
              <a:defRPr sz="3300">
                <a:latin typeface="Produkt Light"/>
                <a:ea typeface="Produkt Light"/>
                <a:cs typeface="Produkt Light"/>
                <a:sym typeface="Produkt Light"/>
              </a:defRPr>
            </a:lvl2pPr>
            <a:lvl3pPr marL="1291589" indent="-377189" defTabSz="825500">
              <a:spcBef>
                <a:spcPts val="0"/>
              </a:spcBef>
              <a:defRPr sz="3300">
                <a:latin typeface="Produkt Light"/>
                <a:ea typeface="Produkt Light"/>
                <a:cs typeface="Produkt Light"/>
                <a:sym typeface="Produkt Light"/>
              </a:defRPr>
            </a:lvl3pPr>
            <a:lvl4pPr marL="1748789" indent="-377189" defTabSz="825500">
              <a:spcBef>
                <a:spcPts val="0"/>
              </a:spcBef>
              <a:defRPr sz="3300">
                <a:latin typeface="Produkt Light"/>
                <a:ea typeface="Produkt Light"/>
                <a:cs typeface="Produkt Light"/>
                <a:sym typeface="Produkt Light"/>
              </a:defRPr>
            </a:lvl4pPr>
            <a:lvl5pPr marL="2205989" indent="-377189" defTabSz="825500">
              <a:spcBef>
                <a:spcPts val="0"/>
              </a:spcBef>
              <a:defRPr sz="3300">
                <a:latin typeface="Produkt Light"/>
                <a:ea typeface="Produkt Light"/>
                <a:cs typeface="Produkt Light"/>
                <a:sym typeface="Produkt Light"/>
              </a:defRPr>
            </a:lvl5pPr>
          </a:lstStyle>
          <a:p>
            <a:pPr/>
            <a:r>
              <a:t>Author and Date</a:t>
            </a:r>
          </a:p>
          <a:p>
            <a:pPr lvl="1"/>
            <a:r>
              <a:t/>
            </a:r>
          </a:p>
          <a:p>
            <a:pPr lvl="2"/>
            <a:r>
              <a:t/>
            </a:r>
          </a:p>
          <a:p>
            <a:pPr lvl="3"/>
            <a:r>
              <a:t/>
            </a:r>
          </a:p>
          <a:p>
            <a:pPr lvl="4"/>
            <a:r>
              <a:t/>
            </a:r>
          </a:p>
        </p:txBody>
      </p:sp>
      <p:sp>
        <p:nvSpPr>
          <p:cNvPr id="23" name="Body Level One…"/>
          <p:cNvSpPr txBox="1"/>
          <p:nvPr>
            <p:ph type="body" sz="quarter" idx="22"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Produkt Extralight"/>
                <a:ea typeface="Produkt Extralight"/>
                <a:cs typeface="Produkt Extralight"/>
                <a:sym typeface="Produkt Extralight"/>
              </a:defRPr>
            </a:lvl1pPr>
          </a:lstStyle>
          <a:p>
            <a:pPr/>
            <a:r>
              <a:t>Presentation Subtitle</a:t>
            </a:r>
          </a:p>
        </p:txBody>
      </p:sp>
      <p:sp>
        <p:nvSpPr>
          <p:cNvPr id="24" name="Presentation Title"/>
          <p:cNvSpPr txBox="1"/>
          <p:nvPr>
            <p:ph type="title" hasCustomPrompt="1"/>
          </p:nvPr>
        </p:nvSpPr>
        <p:spPr>
          <a:xfrm>
            <a:off x="1206500" y="2616200"/>
            <a:ext cx="21971005" cy="4648200"/>
          </a:xfrm>
          <a:prstGeom prst="rect">
            <a:avLst/>
          </a:prstGeom>
        </p:spPr>
        <p:txBody>
          <a:bodyPr anchor="b"/>
          <a:lstStyle>
            <a:lvl1pPr defTabSz="355600">
              <a:defRPr spc="-119" sz="12000"/>
            </a:lvl1pPr>
          </a:lstStyle>
          <a:p>
            <a:pPr/>
            <a:r>
              <a:t>Presentation Title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Low angle view of a tall building with mirrored glass windows"/>
          <p:cNvSpPr/>
          <p:nvPr>
            <p:ph type="pic" idx="21"/>
          </p:nvPr>
        </p:nvSpPr>
        <p:spPr>
          <a:xfrm>
            <a:off x="8140700" y="-2"/>
            <a:ext cx="20574000" cy="13716003"/>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333500"/>
            <a:ext cx="9779000" cy="5882274"/>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150100"/>
            <a:ext cx="9779000" cy="5385424"/>
          </a:xfrm>
          <a:prstGeom prst="rect">
            <a:avLst/>
          </a:prstGeom>
        </p:spPr>
        <p:txBody>
          <a:bodyPr/>
          <a:lstStyle>
            <a:lvl1pPr marL="0" indent="0" defTabSz="825500">
              <a:spcBef>
                <a:spcPts val="0"/>
              </a:spcBef>
              <a:buSzTx/>
              <a:buNone/>
              <a:defRPr sz="5500">
                <a:latin typeface="Produkt Extralight"/>
                <a:ea typeface="Produkt Extralight"/>
                <a:cs typeface="Produkt Extralight"/>
                <a:sym typeface="Produkt Extralight"/>
              </a:defRPr>
            </a:lvl1pPr>
            <a:lvl2pPr marL="0" indent="0" defTabSz="825500">
              <a:spcBef>
                <a:spcPts val="0"/>
              </a:spcBef>
              <a:buSzTx/>
              <a:buNone/>
              <a:defRPr sz="5500">
                <a:latin typeface="Produkt Extralight"/>
                <a:ea typeface="Produkt Extralight"/>
                <a:cs typeface="Produkt Extralight"/>
                <a:sym typeface="Produkt Extralight"/>
              </a:defRPr>
            </a:lvl2pPr>
            <a:lvl3pPr marL="0" indent="0" defTabSz="825500">
              <a:spcBef>
                <a:spcPts val="0"/>
              </a:spcBef>
              <a:buSzTx/>
              <a:buNone/>
              <a:defRPr sz="5500">
                <a:latin typeface="Produkt Extralight"/>
                <a:ea typeface="Produkt Extralight"/>
                <a:cs typeface="Produkt Extralight"/>
                <a:sym typeface="Produkt Extralight"/>
              </a:defRPr>
            </a:lvl3pPr>
            <a:lvl4pPr marL="0" indent="0" defTabSz="825500">
              <a:spcBef>
                <a:spcPts val="0"/>
              </a:spcBef>
              <a:buSzTx/>
              <a:buNone/>
              <a:defRPr sz="5500">
                <a:latin typeface="Produkt Extralight"/>
                <a:ea typeface="Produkt Extralight"/>
                <a:cs typeface="Produkt Extralight"/>
                <a:sym typeface="Produkt Extralight"/>
              </a:defRPr>
            </a:lvl4pPr>
            <a:lvl5pPr marL="0" indent="0" defTabSz="825500">
              <a:spcBef>
                <a:spcPts val="0"/>
              </a:spcBef>
              <a:buSzTx/>
              <a:buNone/>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43" name="Slide Title"/>
          <p:cNvSpPr txBox="1"/>
          <p:nvPr>
            <p:ph type="title" hasCustomPrompt="1"/>
          </p:nvPr>
        </p:nvSpPr>
        <p:spPr>
          <a:xfrm>
            <a:off x="1206500" y="635000"/>
            <a:ext cx="21971000" cy="1689100"/>
          </a:xfrm>
          <a:prstGeom prst="rect">
            <a:avLst/>
          </a:prstGeom>
        </p:spPr>
        <p:txBody>
          <a:bodyPr/>
          <a:lstStyle/>
          <a:p>
            <a:pPr/>
            <a:r>
              <a:t>Slide Title</a:t>
            </a:r>
          </a:p>
        </p:txBody>
      </p:sp>
      <p:sp>
        <p:nvSpPr>
          <p:cNvPr id="44" name="Body Level One…"/>
          <p:cNvSpPr txBox="1"/>
          <p:nvPr>
            <p:ph type="body" idx="21" hasCustomPrompt="1"/>
          </p:nvPr>
        </p:nvSpPr>
        <p:spPr>
          <a:prstGeom prst="rect">
            <a:avLst/>
          </a:prstGeom>
        </p:spPr>
        <p:txBody>
          <a:bodyPr/>
          <a:lstStyle/>
          <a:p>
            <a:pPr/>
            <a:r>
              <a:t>Slide bullet text</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Partial view of a ceiling with wood panelling"/>
          <p:cNvSpPr/>
          <p:nvPr>
            <p:ph type="pic" idx="21"/>
          </p:nvPr>
        </p:nvSpPr>
        <p:spPr>
          <a:xfrm>
            <a:off x="9588500" y="-482600"/>
            <a:ext cx="21513800" cy="14300200"/>
          </a:xfrm>
          <a:prstGeom prst="rect">
            <a:avLst/>
          </a:prstGeom>
        </p:spPr>
        <p:txBody>
          <a:bodyPr lIns="91439" tIns="45719" rIns="91439" bIns="45719">
            <a:noAutofit/>
          </a:bodyPr>
          <a:lstStyle/>
          <a:p>
            <a:pPr/>
          </a:p>
        </p:txBody>
      </p:sp>
      <p:sp>
        <p:nvSpPr>
          <p:cNvPr id="61" name="Body Level One…"/>
          <p:cNvSpPr txBox="1"/>
          <p:nvPr>
            <p:ph type="body" sz="quarter" idx="1" hasCustomPrompt="1"/>
          </p:nvPr>
        </p:nvSpPr>
        <p:spPr>
          <a:xfrm>
            <a:off x="1206500" y="2324100"/>
            <a:ext cx="9779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6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63" name="Body Level One…"/>
          <p:cNvSpPr txBox="1"/>
          <p:nvPr>
            <p:ph type="body" sz="half" idx="22" hasCustomPrompt="1"/>
          </p:nvPr>
        </p:nvSpPr>
        <p:spPr>
          <a:xfrm>
            <a:off x="1206500" y="4248503"/>
            <a:ext cx="9779000" cy="8256014"/>
          </a:xfrm>
          <a:prstGeom prst="rect">
            <a:avLst/>
          </a:prstGeom>
        </p:spPr>
        <p:txBody>
          <a:bodyPr/>
          <a:lstStyle/>
          <a:p>
            <a:pPr/>
            <a:r>
              <a:t>Slide bullet text</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72" name="Slide Title"/>
          <p:cNvSpPr txBox="1"/>
          <p:nvPr>
            <p:ph type="title" hasCustomPrompt="1"/>
          </p:nvPr>
        </p:nvSpPr>
        <p:spPr>
          <a:xfrm>
            <a:off x="1206500" y="635000"/>
            <a:ext cx="21971000" cy="1689100"/>
          </a:xfrm>
          <a:prstGeom prst="rect">
            <a:avLst/>
          </a:prstGeom>
        </p:spPr>
        <p:txBody>
          <a:bodyPr/>
          <a:lstStyle/>
          <a:p>
            <a:pPr/>
            <a:r>
              <a:t>Slide Title</a:t>
            </a:r>
          </a:p>
        </p:txBody>
      </p:sp>
      <p:sp>
        <p:nvSpPr>
          <p:cNvPr id="73" name="Body Level One…"/>
          <p:cNvSpPr txBox="1"/>
          <p:nvPr>
            <p:ph type="body" sz="half" idx="21" hasCustomPrompt="1"/>
          </p:nvPr>
        </p:nvSpPr>
        <p:spPr>
          <a:xfrm>
            <a:off x="1206500" y="4248503"/>
            <a:ext cx="9779000" cy="8256014"/>
          </a:xfrm>
          <a:prstGeom prst="rect">
            <a:avLst/>
          </a:prstGeom>
        </p:spPr>
        <p:txBody>
          <a:bodyPr/>
          <a:lstStyle/>
          <a:p>
            <a:pPr/>
            <a:r>
              <a:t>Slide bullet text</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Body Level One…"/>
          <p:cNvSpPr txBox="1"/>
          <p:nvPr>
            <p:ph type="body" sz="quarter" idx="1" hasCustomPrompt="1"/>
          </p:nvPr>
        </p:nvSpPr>
        <p:spPr>
          <a:xfrm>
            <a:off x="1206500" y="2324100"/>
            <a:ext cx="9779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8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83" name="Body Level One…"/>
          <p:cNvSpPr txBox="1"/>
          <p:nvPr>
            <p:ph type="body" sz="half" idx="21" hasCustomPrompt="1"/>
          </p:nvPr>
        </p:nvSpPr>
        <p:spPr>
          <a:xfrm>
            <a:off x="1206500" y="4248503"/>
            <a:ext cx="9779000" cy="8256014"/>
          </a:xfrm>
          <a:prstGeom prst="rect">
            <a:avLst/>
          </a:prstGeom>
        </p:spPr>
        <p:txBody>
          <a:bodyPr/>
          <a:lstStyle/>
          <a:p>
            <a:pPr/>
            <a:r>
              <a:t>Slide bullet text</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3911600"/>
            <a:ext cx="21971005" cy="4648200"/>
          </a:xfrm>
          <a:prstGeom prst="rect">
            <a:avLst/>
          </a:prstGeom>
        </p:spPr>
        <p:txBody>
          <a:bodyPr anchor="ctr"/>
          <a:lstStyle>
            <a:lvl1pPr>
              <a:defRPr spc="-119" sz="12000"/>
            </a:lvl1pPr>
          </a:lstStyle>
          <a:p>
            <a:pPr/>
            <a:r>
              <a:t>Section Title</a:t>
            </a: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100" name="Slide Title"/>
          <p:cNvSpPr txBox="1"/>
          <p:nvPr>
            <p:ph type="title" hasCustomPrompt="1"/>
          </p:nvPr>
        </p:nvSpPr>
        <p:spPr>
          <a:xfrm>
            <a:off x="1206500" y="635000"/>
            <a:ext cx="21971000" cy="1689100"/>
          </a:xfrm>
          <a:prstGeom prst="rect">
            <a:avLst/>
          </a:prstGeom>
        </p:spPr>
        <p:txBody>
          <a:bodyPr/>
          <a:lstStyle/>
          <a:p>
            <a:pPr/>
            <a:r>
              <a:t>Slide 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Agenda Subtitle</a:t>
            </a:r>
          </a:p>
          <a:p>
            <a:pPr lvl="1"/>
            <a:r>
              <a:t/>
            </a:r>
          </a:p>
          <a:p>
            <a:pPr lvl="2"/>
            <a:r>
              <a:t/>
            </a:r>
          </a:p>
          <a:p>
            <a:pPr lvl="3"/>
            <a:r>
              <a:t/>
            </a:r>
          </a:p>
          <a:p>
            <a:pPr lvl="4"/>
            <a:r>
              <a:t/>
            </a:r>
          </a:p>
        </p:txBody>
      </p:sp>
      <p:sp>
        <p:nvSpPr>
          <p:cNvPr id="109" name="Body Level One…"/>
          <p:cNvSpPr txBox="1"/>
          <p:nvPr>
            <p:ph type="body" idx="21" hasCustomPrompt="1"/>
          </p:nvPr>
        </p:nvSpPr>
        <p:spPr>
          <a:prstGeom prst="rect">
            <a:avLst/>
          </a:prstGeom>
        </p:spPr>
        <p:txBody>
          <a:bodyPr/>
          <a:lstStyle>
            <a:lvl1pPr marL="0" indent="0">
              <a:spcBef>
                <a:spcPts val="6000"/>
              </a:spcBef>
              <a:buSzTx/>
              <a:buNone/>
              <a:defRPr sz="5000"/>
            </a:lvl1pPr>
          </a:lstStyle>
          <a:p>
            <a:pPr/>
            <a:r>
              <a:t>Agenda Topics</a:t>
            </a:r>
          </a:p>
        </p:txBody>
      </p:sp>
      <p:sp>
        <p:nvSpPr>
          <p:cNvPr id="110" name="Agenda Title"/>
          <p:cNvSpPr txBox="1"/>
          <p:nvPr>
            <p:ph type="title" hasCustomPrompt="1"/>
          </p:nvPr>
        </p:nvSpPr>
        <p:spPr>
          <a:xfrm>
            <a:off x="1206500" y="635000"/>
            <a:ext cx="21971000" cy="1689100"/>
          </a:xfrm>
          <a:prstGeom prst="rect">
            <a:avLst/>
          </a:prstGeom>
        </p:spPr>
        <p:txBody>
          <a:bodyPr/>
          <a:lstStyle/>
          <a:p>
            <a:pPr/>
            <a:r>
              <a:t>Agenda Title</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191000"/>
            <a:ext cx="21971000" cy="4089400"/>
          </a:xfrm>
          <a:prstGeom prst="rect">
            <a:avLst/>
          </a:prstGeom>
        </p:spPr>
        <p:txBody>
          <a:bodyPr anchor="ctr"/>
          <a:lstStyle>
            <a:lvl1pPr marL="0" indent="0" algn="ctr" defTabSz="2438400">
              <a:lnSpc>
                <a:spcPct val="90000"/>
              </a:lnSpc>
              <a:spcBef>
                <a:spcPts val="0"/>
              </a:spcBef>
              <a:buSzTx/>
              <a:buNone/>
              <a:defRPr spc="-119" sz="12000">
                <a:latin typeface="Produkt Extralight"/>
                <a:ea typeface="Produkt Extralight"/>
                <a:cs typeface="Produkt Extralight"/>
                <a:sym typeface="Produkt Extralight"/>
              </a:defRPr>
            </a:lvl1pPr>
            <a:lvl2pPr marL="0" indent="0" algn="ctr" defTabSz="2438400">
              <a:lnSpc>
                <a:spcPct val="90000"/>
              </a:lnSpc>
              <a:spcBef>
                <a:spcPts val="0"/>
              </a:spcBef>
              <a:buSzTx/>
              <a:buNone/>
              <a:defRPr spc="-119" sz="12000">
                <a:latin typeface="Produkt Extralight"/>
                <a:ea typeface="Produkt Extralight"/>
                <a:cs typeface="Produkt Extralight"/>
                <a:sym typeface="Produkt Extralight"/>
              </a:defRPr>
            </a:lvl2pPr>
            <a:lvl3pPr marL="0" indent="0" algn="ctr" defTabSz="2438400">
              <a:lnSpc>
                <a:spcPct val="90000"/>
              </a:lnSpc>
              <a:spcBef>
                <a:spcPts val="0"/>
              </a:spcBef>
              <a:buSzTx/>
              <a:buNone/>
              <a:defRPr spc="-119" sz="12000">
                <a:latin typeface="Produkt Extralight"/>
                <a:ea typeface="Produkt Extralight"/>
                <a:cs typeface="Produkt Extralight"/>
                <a:sym typeface="Produkt Extralight"/>
              </a:defRPr>
            </a:lvl3pPr>
            <a:lvl4pPr marL="0" indent="0" algn="ctr" defTabSz="2438400">
              <a:lnSpc>
                <a:spcPct val="90000"/>
              </a:lnSpc>
              <a:spcBef>
                <a:spcPts val="0"/>
              </a:spcBef>
              <a:buSzTx/>
              <a:buNone/>
              <a:defRPr spc="-119" sz="12000">
                <a:latin typeface="Produkt Extralight"/>
                <a:ea typeface="Produkt Extralight"/>
                <a:cs typeface="Produkt Extralight"/>
                <a:sym typeface="Produkt Extralight"/>
              </a:defRPr>
            </a:lvl4pPr>
            <a:lvl5pPr marL="0" indent="0" algn="ctr" defTabSz="2438400">
              <a:lnSpc>
                <a:spcPct val="90000"/>
              </a:lnSpc>
              <a:spcBef>
                <a:spcPts val="0"/>
              </a:spcBef>
              <a:buSzTx/>
              <a:buNone/>
              <a:defRPr spc="-119" sz="12000">
                <a:latin typeface="Produkt Extralight"/>
                <a:ea typeface="Produkt Extralight"/>
                <a:cs typeface="Produkt Extralight"/>
                <a:sym typeface="Produkt Extralight"/>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206500"/>
            <a:ext cx="21971000" cy="7353300"/>
          </a:xfrm>
          <a:prstGeom prst="rect">
            <a:avLst/>
          </a:prstGeom>
        </p:spPr>
        <p:txBody>
          <a:bodyPr anchor="b"/>
          <a:lstStyle>
            <a:lvl1pPr marL="0" indent="0" algn="ctr" defTabSz="2438400">
              <a:lnSpc>
                <a:spcPct val="90000"/>
              </a:lnSpc>
              <a:spcBef>
                <a:spcPts val="0"/>
              </a:spcBef>
              <a:buSzTx/>
              <a:buNone/>
              <a:defRPr spc="-1750" sz="35000">
                <a:latin typeface="Produkt Extralight"/>
                <a:ea typeface="Produkt Extralight"/>
                <a:cs typeface="Produkt Extralight"/>
                <a:sym typeface="Produkt Extralight"/>
              </a:defRPr>
            </a:lvl1pPr>
            <a:lvl2pPr marL="0" indent="0" algn="ctr" defTabSz="2438400">
              <a:lnSpc>
                <a:spcPct val="90000"/>
              </a:lnSpc>
              <a:spcBef>
                <a:spcPts val="0"/>
              </a:spcBef>
              <a:buSzTx/>
              <a:buNone/>
              <a:defRPr spc="-1750" sz="35000">
                <a:latin typeface="Produkt Extralight"/>
                <a:ea typeface="Produkt Extralight"/>
                <a:cs typeface="Produkt Extralight"/>
                <a:sym typeface="Produkt Extralight"/>
              </a:defRPr>
            </a:lvl2pPr>
            <a:lvl3pPr marL="0" indent="0" algn="ctr" defTabSz="2438400">
              <a:lnSpc>
                <a:spcPct val="90000"/>
              </a:lnSpc>
              <a:spcBef>
                <a:spcPts val="0"/>
              </a:spcBef>
              <a:buSzTx/>
              <a:buNone/>
              <a:defRPr spc="-1750" sz="35000">
                <a:latin typeface="Produkt Extralight"/>
                <a:ea typeface="Produkt Extralight"/>
                <a:cs typeface="Produkt Extralight"/>
                <a:sym typeface="Produkt Extralight"/>
              </a:defRPr>
            </a:lvl3pPr>
            <a:lvl4pPr marL="0" indent="0" algn="ctr" defTabSz="2438400">
              <a:lnSpc>
                <a:spcPct val="90000"/>
              </a:lnSpc>
              <a:spcBef>
                <a:spcPts val="0"/>
              </a:spcBef>
              <a:buSzTx/>
              <a:buNone/>
              <a:defRPr spc="-1750" sz="35000">
                <a:latin typeface="Produkt Extralight"/>
                <a:ea typeface="Produkt Extralight"/>
                <a:cs typeface="Produkt Extralight"/>
                <a:sym typeface="Produkt Extralight"/>
              </a:defRPr>
            </a:lvl4pPr>
            <a:lvl5pPr marL="0" indent="0" algn="ctr" defTabSz="2438400">
              <a:lnSpc>
                <a:spcPct val="90000"/>
              </a:lnSpc>
              <a:spcBef>
                <a:spcPts val="0"/>
              </a:spcBef>
              <a:buSzTx/>
              <a:buNone/>
              <a:defRPr spc="-1750" sz="35000">
                <a:latin typeface="Produkt Extralight"/>
                <a:ea typeface="Produkt Extralight"/>
                <a:cs typeface="Produkt Extralight"/>
                <a:sym typeface="Produkt Extralight"/>
              </a:defRPr>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128000"/>
            <a:ext cx="21971000" cy="1079500"/>
          </a:xfrm>
          <a:prstGeom prst="rect">
            <a:avLst/>
          </a:prstGeom>
        </p:spPr>
        <p:txBody>
          <a:bodyPr lIns="45718" tIns="45718" rIns="45718" bIns="45718"/>
          <a:lstStyle>
            <a:lvl1pPr marL="0" indent="0" algn="ctr" defTabSz="825500">
              <a:lnSpc>
                <a:spcPct val="90000"/>
              </a:lnSpc>
              <a:spcBef>
                <a:spcPts val="0"/>
              </a:spcBef>
              <a:buSzTx/>
              <a:buNone/>
              <a:defRPr spc="-99" sz="5500">
                <a:latin typeface="Produkt Extralight"/>
                <a:ea typeface="Produkt Extralight"/>
                <a:cs typeface="Produkt Extralight"/>
                <a:sym typeface="Produkt Extralight"/>
              </a:defRPr>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35" name="Body Level One…"/>
          <p:cNvSpPr txBox="1"/>
          <p:nvPr>
            <p:ph type="body" sz="quarter" idx="1" hasCustomPrompt="1"/>
          </p:nvPr>
        </p:nvSpPr>
        <p:spPr>
          <a:xfrm>
            <a:off x="5461000" y="9563100"/>
            <a:ext cx="13728700" cy="698500"/>
          </a:xfrm>
          <a:prstGeom prst="rect">
            <a:avLst/>
          </a:prstGeom>
        </p:spPr>
        <p:txBody>
          <a:bodyPr lIns="45718" tIns="45718" rIns="45718" bIns="45718"/>
          <a:lstStyle>
            <a:lvl1pPr marL="0" indent="0" defTabSz="825500">
              <a:spcBef>
                <a:spcPts val="0"/>
              </a:spcBef>
              <a:buSzTx/>
              <a:buNone/>
              <a:defRPr sz="3600">
                <a:latin typeface="Produkt Light"/>
                <a:ea typeface="Produkt Light"/>
                <a:cs typeface="Produkt Light"/>
                <a:sym typeface="Produkt Light"/>
              </a:defRPr>
            </a:lvl1pPr>
            <a:lvl2pPr marL="868679" indent="-411479" defTabSz="825500">
              <a:spcBef>
                <a:spcPts val="0"/>
              </a:spcBef>
              <a:defRPr sz="3600">
                <a:latin typeface="Produkt Light"/>
                <a:ea typeface="Produkt Light"/>
                <a:cs typeface="Produkt Light"/>
                <a:sym typeface="Produkt Light"/>
              </a:defRPr>
            </a:lvl2pPr>
            <a:lvl3pPr marL="1325879" indent="-411479" defTabSz="825500">
              <a:spcBef>
                <a:spcPts val="0"/>
              </a:spcBef>
              <a:defRPr sz="3600">
                <a:latin typeface="Produkt Light"/>
                <a:ea typeface="Produkt Light"/>
                <a:cs typeface="Produkt Light"/>
                <a:sym typeface="Produkt Light"/>
              </a:defRPr>
            </a:lvl3pPr>
            <a:lvl4pPr marL="1783079" indent="-411479" defTabSz="825500">
              <a:spcBef>
                <a:spcPts val="0"/>
              </a:spcBef>
              <a:defRPr sz="3600">
                <a:latin typeface="Produkt Light"/>
                <a:ea typeface="Produkt Light"/>
                <a:cs typeface="Produkt Light"/>
                <a:sym typeface="Produkt Light"/>
              </a:defRPr>
            </a:lvl4pPr>
            <a:lvl5pPr marL="2240279" indent="-411479" defTabSz="825500">
              <a:spcBef>
                <a:spcPts val="0"/>
              </a:spcBef>
              <a:defRPr sz="3600">
                <a:latin typeface="Produkt Light"/>
                <a:ea typeface="Produkt Light"/>
                <a:cs typeface="Produkt Light"/>
                <a:sym typeface="Produkt Light"/>
              </a:defRPr>
            </a:lvl5pPr>
          </a:lstStyle>
          <a:p>
            <a:pPr/>
            <a:r>
              <a:t>Attribution</a:t>
            </a:r>
          </a:p>
          <a:p>
            <a:pPr lvl="1"/>
            <a:r>
              <a:t/>
            </a:r>
          </a:p>
          <a:p>
            <a:pPr lvl="2"/>
            <a:r>
              <a:t/>
            </a:r>
          </a:p>
          <a:p>
            <a:pPr lvl="3"/>
            <a:r>
              <a:t/>
            </a:r>
          </a:p>
          <a:p>
            <a:pPr lvl="4"/>
            <a:r>
              <a:t/>
            </a:r>
          </a:p>
        </p:txBody>
      </p:sp>
      <p:sp>
        <p:nvSpPr>
          <p:cNvPr id="136" name="Body Level One…"/>
          <p:cNvSpPr txBox="1"/>
          <p:nvPr>
            <p:ph type="body" sz="quarter" idx="21" hasCustomPrompt="1"/>
          </p:nvPr>
        </p:nvSpPr>
        <p:spPr>
          <a:xfrm>
            <a:off x="5194300" y="4165600"/>
            <a:ext cx="13995400" cy="4432300"/>
          </a:xfrm>
          <a:prstGeom prst="rect">
            <a:avLst/>
          </a:prstGeom>
        </p:spPr>
        <p:txBody>
          <a:bodyPr anchor="b"/>
          <a:lstStyle/>
          <a:p>
            <a:pPr lvl="4" marL="0" indent="1493520" defTabSz="1463040">
              <a:lnSpc>
                <a:spcPct val="90000"/>
              </a:lnSpc>
              <a:spcBef>
                <a:spcPts val="0"/>
              </a:spcBef>
              <a:buSzTx/>
              <a:buNone/>
              <a:defRPr spc="-60" sz="5580">
                <a:latin typeface="Produkt Extralight"/>
                <a:ea typeface="Produkt Extralight"/>
                <a:cs typeface="Produkt Extralight"/>
                <a:sym typeface="Produkt Extralight"/>
              </a:defRPr>
            </a:pPr>
            <a:r>
              <a:t>“Notable Quote”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Corridor of an open-air stone building under a pink and purple sky"/>
          <p:cNvSpPr/>
          <p:nvPr>
            <p:ph type="pic" sz="quarter" idx="21"/>
          </p:nvPr>
        </p:nvSpPr>
        <p:spPr>
          <a:xfrm>
            <a:off x="1257300" y="3213100"/>
            <a:ext cx="7289800" cy="7289800"/>
          </a:xfrm>
          <a:prstGeom prst="rect">
            <a:avLst/>
          </a:prstGeom>
        </p:spPr>
        <p:txBody>
          <a:bodyPr lIns="91439" tIns="45719" rIns="91439" bIns="45719">
            <a:noAutofit/>
          </a:bodyPr>
          <a:lstStyle/>
          <a:p>
            <a:pPr/>
          </a:p>
        </p:txBody>
      </p:sp>
      <p:sp>
        <p:nvSpPr>
          <p:cNvPr id="145" name="Black and white close-up of a curved roof"/>
          <p:cNvSpPr/>
          <p:nvPr>
            <p:ph type="pic" sz="half" idx="22"/>
          </p:nvPr>
        </p:nvSpPr>
        <p:spPr>
          <a:xfrm>
            <a:off x="6577500" y="3632200"/>
            <a:ext cx="11229000" cy="6451600"/>
          </a:xfrm>
          <a:prstGeom prst="rect">
            <a:avLst/>
          </a:prstGeom>
        </p:spPr>
        <p:txBody>
          <a:bodyPr lIns="91439" tIns="45719" rIns="91439" bIns="45719">
            <a:noAutofit/>
          </a:bodyPr>
          <a:lstStyle/>
          <a:p>
            <a:pPr/>
          </a:p>
        </p:txBody>
      </p:sp>
      <p:sp>
        <p:nvSpPr>
          <p:cNvPr id="146" name="Low angle view of a metal spiral staircase"/>
          <p:cNvSpPr/>
          <p:nvPr>
            <p:ph type="pic" sz="quarter" idx="23"/>
          </p:nvPr>
        </p:nvSpPr>
        <p:spPr>
          <a:xfrm>
            <a:off x="14643100" y="3632200"/>
            <a:ext cx="9677400" cy="64516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bg>
      <p:bgPr>
        <a:solidFill>
          <a:srgbClr val="FFFFFF"/>
        </a:solidFill>
      </p:bgPr>
    </p:bg>
    <p:spTree>
      <p:nvGrpSpPr>
        <p:cNvPr id="1" name=""/>
        <p:cNvGrpSpPr/>
        <p:nvPr/>
      </p:nvGrpSpPr>
      <p:grpSpPr>
        <a:xfrm>
          <a:off x="0" y="0"/>
          <a:ext cx="0" cy="0"/>
          <a:chOff x="0" y="0"/>
          <a:chExt cx="0" cy="0"/>
        </a:xfrm>
      </p:grpSpPr>
      <p:sp>
        <p:nvSpPr>
          <p:cNvPr id="154" name="Futuristic, white corridor with shadows"/>
          <p:cNvSpPr/>
          <p:nvPr>
            <p:ph type="pic" idx="21"/>
          </p:nvPr>
        </p:nvSpPr>
        <p:spPr>
          <a:xfrm>
            <a:off x="-38100" y="-520700"/>
            <a:ext cx="24447500" cy="1476331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Body Level One…"/>
          <p:cNvSpPr txBox="1"/>
          <p:nvPr>
            <p:ph type="body" idx="1" hasCustomPrompt="1"/>
          </p:nvPr>
        </p:nvSpPr>
        <p:spPr>
          <a:xfrm>
            <a:off x="1206500" y="4248503"/>
            <a:ext cx="21971000" cy="825601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3" name="Title Text"/>
          <p:cNvSpPr txBox="1"/>
          <p:nvPr>
            <p:ph type="title"/>
          </p:nvPr>
        </p:nvSpPr>
        <p:spPr>
          <a:xfrm>
            <a:off x="3653366" y="2743200"/>
            <a:ext cx="19507201" cy="150530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Title Text</a:t>
            </a:r>
          </a:p>
        </p:txBody>
      </p:sp>
      <p:sp>
        <p:nvSpPr>
          <p:cNvPr id="4" name="Slide Number"/>
          <p:cNvSpPr txBox="1"/>
          <p:nvPr>
            <p:ph type="sldNum" sz="quarter" idx="2"/>
          </p:nvPr>
        </p:nvSpPr>
        <p:spPr>
          <a:xfrm>
            <a:off x="23558499" y="12458700"/>
            <a:ext cx="388621" cy="429261"/>
          </a:xfrm>
          <a:prstGeom prst="rect">
            <a:avLst/>
          </a:prstGeom>
          <a:ln w="12700">
            <a:miter lim="400000"/>
          </a:ln>
        </p:spPr>
        <p:txBody>
          <a:bodyPr wrap="none" lIns="50800" tIns="50800" rIns="50800" bIns="50800" anchor="b">
            <a:spAutoFit/>
          </a:bodyPr>
          <a:lstStyle>
            <a:lvl1pPr algn="r" defTabSz="584200">
              <a:spcBef>
                <a:spcPts val="0"/>
              </a:spcBef>
              <a:defRPr sz="2000">
                <a:solidFill>
                  <a:srgbClr val="535860"/>
                </a:solidFill>
                <a:latin typeface="Graphik"/>
                <a:ea typeface="Graphik"/>
                <a:cs typeface="Graphik"/>
                <a:sym typeface="Graphik"/>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transition xmlns:p14="http://schemas.microsoft.com/office/powerpoint/2010/main" spd="med" advClick="1"/>
  <p:txStyles>
    <p:titleStyle>
      <a:lvl1pPr marL="0" marR="0" indent="0" algn="l" defTabSz="2438400" rtl="0" latinLnBrk="0">
        <a:lnSpc>
          <a:spcPct val="90000"/>
        </a:lnSpc>
        <a:spcBef>
          <a:spcPts val="0"/>
        </a:spcBef>
        <a:spcAft>
          <a:spcPts val="0"/>
        </a:spcAft>
        <a:buClrTx/>
        <a:buSzTx/>
        <a:buFontTx/>
        <a:buNone/>
        <a:tabLst/>
        <a:defRPr b="0" baseline="0" cap="none" i="0" spc="-100" strike="noStrike" sz="10000" u="none">
          <a:solidFill>
            <a:srgbClr val="535860"/>
          </a:solidFill>
          <a:uFillTx/>
          <a:latin typeface="Produkt Extralight"/>
          <a:ea typeface="Produkt Extralight"/>
          <a:cs typeface="Produkt Extralight"/>
          <a:sym typeface="Produkt Extralight"/>
        </a:defRPr>
      </a:lvl1pPr>
      <a:lvl2pPr marL="0" marR="0" indent="0" algn="l" defTabSz="2438400" rtl="0" latinLnBrk="0">
        <a:lnSpc>
          <a:spcPct val="90000"/>
        </a:lnSpc>
        <a:spcBef>
          <a:spcPts val="0"/>
        </a:spcBef>
        <a:spcAft>
          <a:spcPts val="0"/>
        </a:spcAft>
        <a:buClrTx/>
        <a:buSzTx/>
        <a:buFontTx/>
        <a:buNone/>
        <a:tabLst/>
        <a:defRPr b="0" baseline="0" cap="none" i="0" spc="-100" strike="noStrike" sz="10000" u="none">
          <a:solidFill>
            <a:srgbClr val="535860"/>
          </a:solidFill>
          <a:uFillTx/>
          <a:latin typeface="Produkt Extralight"/>
          <a:ea typeface="Produkt Extralight"/>
          <a:cs typeface="Produkt Extralight"/>
          <a:sym typeface="Produkt Extralight"/>
        </a:defRPr>
      </a:lvl2pPr>
      <a:lvl3pPr marL="0" marR="0" indent="0" algn="l" defTabSz="2438400" rtl="0" latinLnBrk="0">
        <a:lnSpc>
          <a:spcPct val="90000"/>
        </a:lnSpc>
        <a:spcBef>
          <a:spcPts val="0"/>
        </a:spcBef>
        <a:spcAft>
          <a:spcPts val="0"/>
        </a:spcAft>
        <a:buClrTx/>
        <a:buSzTx/>
        <a:buFontTx/>
        <a:buNone/>
        <a:tabLst/>
        <a:defRPr b="0" baseline="0" cap="none" i="0" spc="-100" strike="noStrike" sz="10000" u="none">
          <a:solidFill>
            <a:srgbClr val="535860"/>
          </a:solidFill>
          <a:uFillTx/>
          <a:latin typeface="Produkt Extralight"/>
          <a:ea typeface="Produkt Extralight"/>
          <a:cs typeface="Produkt Extralight"/>
          <a:sym typeface="Produkt Extralight"/>
        </a:defRPr>
      </a:lvl3pPr>
      <a:lvl4pPr marL="0" marR="0" indent="0" algn="l" defTabSz="2438400" rtl="0" latinLnBrk="0">
        <a:lnSpc>
          <a:spcPct val="90000"/>
        </a:lnSpc>
        <a:spcBef>
          <a:spcPts val="0"/>
        </a:spcBef>
        <a:spcAft>
          <a:spcPts val="0"/>
        </a:spcAft>
        <a:buClrTx/>
        <a:buSzTx/>
        <a:buFontTx/>
        <a:buNone/>
        <a:tabLst/>
        <a:defRPr b="0" baseline="0" cap="none" i="0" spc="-100" strike="noStrike" sz="10000" u="none">
          <a:solidFill>
            <a:srgbClr val="535860"/>
          </a:solidFill>
          <a:uFillTx/>
          <a:latin typeface="Produkt Extralight"/>
          <a:ea typeface="Produkt Extralight"/>
          <a:cs typeface="Produkt Extralight"/>
          <a:sym typeface="Produkt Extralight"/>
        </a:defRPr>
      </a:lvl4pPr>
      <a:lvl5pPr marL="0" marR="0" indent="0" algn="l" defTabSz="2438400" rtl="0" latinLnBrk="0">
        <a:lnSpc>
          <a:spcPct val="90000"/>
        </a:lnSpc>
        <a:spcBef>
          <a:spcPts val="0"/>
        </a:spcBef>
        <a:spcAft>
          <a:spcPts val="0"/>
        </a:spcAft>
        <a:buClrTx/>
        <a:buSzTx/>
        <a:buFontTx/>
        <a:buNone/>
        <a:tabLst/>
        <a:defRPr b="0" baseline="0" cap="none" i="0" spc="-100" strike="noStrike" sz="10000" u="none">
          <a:solidFill>
            <a:srgbClr val="535860"/>
          </a:solidFill>
          <a:uFillTx/>
          <a:latin typeface="Produkt Extralight"/>
          <a:ea typeface="Produkt Extralight"/>
          <a:cs typeface="Produkt Extralight"/>
          <a:sym typeface="Produkt Extralight"/>
        </a:defRPr>
      </a:lvl5pPr>
      <a:lvl6pPr marL="0" marR="0" indent="0" algn="l" defTabSz="2438400" rtl="0" latinLnBrk="0">
        <a:lnSpc>
          <a:spcPct val="90000"/>
        </a:lnSpc>
        <a:spcBef>
          <a:spcPts val="0"/>
        </a:spcBef>
        <a:spcAft>
          <a:spcPts val="0"/>
        </a:spcAft>
        <a:buClrTx/>
        <a:buSzTx/>
        <a:buFontTx/>
        <a:buNone/>
        <a:tabLst/>
        <a:defRPr b="0" baseline="0" cap="none" i="0" spc="-100" strike="noStrike" sz="10000" u="none">
          <a:solidFill>
            <a:srgbClr val="535860"/>
          </a:solidFill>
          <a:uFillTx/>
          <a:latin typeface="Produkt Extralight"/>
          <a:ea typeface="Produkt Extralight"/>
          <a:cs typeface="Produkt Extralight"/>
          <a:sym typeface="Produkt Extralight"/>
        </a:defRPr>
      </a:lvl6pPr>
      <a:lvl7pPr marL="0" marR="0" indent="0" algn="l" defTabSz="2438400" rtl="0" latinLnBrk="0">
        <a:lnSpc>
          <a:spcPct val="90000"/>
        </a:lnSpc>
        <a:spcBef>
          <a:spcPts val="0"/>
        </a:spcBef>
        <a:spcAft>
          <a:spcPts val="0"/>
        </a:spcAft>
        <a:buClrTx/>
        <a:buSzTx/>
        <a:buFontTx/>
        <a:buNone/>
        <a:tabLst/>
        <a:defRPr b="0" baseline="0" cap="none" i="0" spc="-100" strike="noStrike" sz="10000" u="none">
          <a:solidFill>
            <a:srgbClr val="535860"/>
          </a:solidFill>
          <a:uFillTx/>
          <a:latin typeface="Produkt Extralight"/>
          <a:ea typeface="Produkt Extralight"/>
          <a:cs typeface="Produkt Extralight"/>
          <a:sym typeface="Produkt Extralight"/>
        </a:defRPr>
      </a:lvl7pPr>
      <a:lvl8pPr marL="0" marR="0" indent="0" algn="l" defTabSz="2438400" rtl="0" latinLnBrk="0">
        <a:lnSpc>
          <a:spcPct val="90000"/>
        </a:lnSpc>
        <a:spcBef>
          <a:spcPts val="0"/>
        </a:spcBef>
        <a:spcAft>
          <a:spcPts val="0"/>
        </a:spcAft>
        <a:buClrTx/>
        <a:buSzTx/>
        <a:buFontTx/>
        <a:buNone/>
        <a:tabLst/>
        <a:defRPr b="0" baseline="0" cap="none" i="0" spc="-100" strike="noStrike" sz="10000" u="none">
          <a:solidFill>
            <a:srgbClr val="535860"/>
          </a:solidFill>
          <a:uFillTx/>
          <a:latin typeface="Produkt Extralight"/>
          <a:ea typeface="Produkt Extralight"/>
          <a:cs typeface="Produkt Extralight"/>
          <a:sym typeface="Produkt Extralight"/>
        </a:defRPr>
      </a:lvl8pPr>
      <a:lvl9pPr marL="0" marR="0" indent="0" algn="l" defTabSz="2438400" rtl="0" latinLnBrk="0">
        <a:lnSpc>
          <a:spcPct val="90000"/>
        </a:lnSpc>
        <a:spcBef>
          <a:spcPts val="0"/>
        </a:spcBef>
        <a:spcAft>
          <a:spcPts val="0"/>
        </a:spcAft>
        <a:buClrTx/>
        <a:buSzTx/>
        <a:buFontTx/>
        <a:buNone/>
        <a:tabLst/>
        <a:defRPr b="0" baseline="0" cap="none" i="0" spc="-100" strike="noStrike" sz="10000" u="none">
          <a:solidFill>
            <a:srgbClr val="535860"/>
          </a:solidFill>
          <a:uFillTx/>
          <a:latin typeface="Produkt Extralight"/>
          <a:ea typeface="Produkt Extralight"/>
          <a:cs typeface="Produkt Extralight"/>
          <a:sym typeface="Produkt Extralight"/>
        </a:defRPr>
      </a:lvl9pPr>
    </p:titleStyle>
    <p:bodyStyle>
      <a:lvl1pPr marL="457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rgbClr val="535860"/>
          </a:solidFill>
          <a:uFillTx/>
          <a:latin typeface="Graphik Light"/>
          <a:ea typeface="Graphik Light"/>
          <a:cs typeface="Graphik Light"/>
          <a:sym typeface="Graphik Light"/>
        </a:defRPr>
      </a:lvl1pPr>
      <a:lvl2pPr marL="914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rgbClr val="535860"/>
          </a:solidFill>
          <a:uFillTx/>
          <a:latin typeface="Graphik Light"/>
          <a:ea typeface="Graphik Light"/>
          <a:cs typeface="Graphik Light"/>
          <a:sym typeface="Graphik Light"/>
        </a:defRPr>
      </a:lvl2pPr>
      <a:lvl3pPr marL="1371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rgbClr val="535860"/>
          </a:solidFill>
          <a:uFillTx/>
          <a:latin typeface="Graphik Light"/>
          <a:ea typeface="Graphik Light"/>
          <a:cs typeface="Graphik Light"/>
          <a:sym typeface="Graphik Light"/>
        </a:defRPr>
      </a:lvl3pPr>
      <a:lvl4pPr marL="1828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rgbClr val="535860"/>
          </a:solidFill>
          <a:uFillTx/>
          <a:latin typeface="Graphik Light"/>
          <a:ea typeface="Graphik Light"/>
          <a:cs typeface="Graphik Light"/>
          <a:sym typeface="Graphik Light"/>
        </a:defRPr>
      </a:lvl4pPr>
      <a:lvl5pPr marL="22860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rgbClr val="535860"/>
          </a:solidFill>
          <a:uFillTx/>
          <a:latin typeface="Graphik Light"/>
          <a:ea typeface="Graphik Light"/>
          <a:cs typeface="Graphik Light"/>
          <a:sym typeface="Graphik Light"/>
        </a:defRPr>
      </a:lvl5pPr>
      <a:lvl6pPr marL="2743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rgbClr val="535860"/>
          </a:solidFill>
          <a:uFillTx/>
          <a:latin typeface="Graphik Light"/>
          <a:ea typeface="Graphik Light"/>
          <a:cs typeface="Graphik Light"/>
          <a:sym typeface="Graphik Light"/>
        </a:defRPr>
      </a:lvl6pPr>
      <a:lvl7pPr marL="3200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rgbClr val="535860"/>
          </a:solidFill>
          <a:uFillTx/>
          <a:latin typeface="Graphik Light"/>
          <a:ea typeface="Graphik Light"/>
          <a:cs typeface="Graphik Light"/>
          <a:sym typeface="Graphik Light"/>
        </a:defRPr>
      </a:lvl7pPr>
      <a:lvl8pPr marL="3657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rgbClr val="535860"/>
          </a:solidFill>
          <a:uFillTx/>
          <a:latin typeface="Graphik Light"/>
          <a:ea typeface="Graphik Light"/>
          <a:cs typeface="Graphik Light"/>
          <a:sym typeface="Graphik Light"/>
        </a:defRPr>
      </a:lvl8pPr>
      <a:lvl9pPr marL="4114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rgbClr val="535860"/>
          </a:solidFill>
          <a:uFillTx/>
          <a:latin typeface="Graphik Light"/>
          <a:ea typeface="Graphik Light"/>
          <a:cs typeface="Graphik Light"/>
          <a:sym typeface="Graphik Light"/>
        </a:defRPr>
      </a:lvl9pPr>
    </p:bodyStyle>
    <p:otherStyle>
      <a:lvl1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png"/><Relationship Id="rId3"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png"/><Relationship Id="rId3" Type="http://schemas.openxmlformats.org/officeDocument/2006/relationships/image" Target="../media/image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6.png"/><Relationship Id="rId3" Type="http://schemas.openxmlformats.org/officeDocument/2006/relationships/image" Target="../media/image7.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8.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png"/><Relationship Id="rId3" Type="http://schemas.openxmlformats.org/officeDocument/2006/relationships/image" Target="../media/image9.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png"/><Relationship Id="rId3" Type="http://schemas.openxmlformats.org/officeDocument/2006/relationships/image" Target="../media/image10.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png"/><Relationship Id="rId3" Type="http://schemas.openxmlformats.org/officeDocument/2006/relationships/image" Target="../media/image11.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png"/><Relationship Id="rId3" Type="http://schemas.openxmlformats.org/officeDocument/2006/relationships/image" Target="../media/image12.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jpeg"/><Relationship Id="rId3" Type="http://schemas.openxmlformats.org/officeDocument/2006/relationships/image" Target="../media/image13.png"/><Relationship Id="rId4" Type="http://schemas.openxmlformats.org/officeDocument/2006/relationships/image" Target="../media/image14.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6.png"/><Relationship Id="rId3" Type="http://schemas.openxmlformats.org/officeDocument/2006/relationships/image" Target="../media/image15.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hyperlink" Target="https://www.ti.com/lit/ds/symlink/lm555.pdf?ts=1710064034359&amp;ref_url=https%253A%252F%252Fwww.google.com%252F" TargetMode="External"/><Relationship Id="rId3" Type="http://schemas.openxmlformats.org/officeDocument/2006/relationships/hyperlink" Target="https://components101.com/switches/12v-relay" TargetMode="External"/><Relationship Id="rId4" Type="http://schemas.openxmlformats.org/officeDocument/2006/relationships/hyperlink" Target="https://www.ti.com/lit/ds/symlink/sn54ls76a.pdf?ts=1710050565943&amp;ref_url=https%253A%252F%252Fwww.google.com%252F" TargetMode="External"/><Relationship Id="rId5" Type="http://schemas.openxmlformats.org/officeDocument/2006/relationships/hyperlink" Target="https://www.ti.com/lit/ds/symlink/sn74ahc1g02-ep.pdf?ts=1710149482660&amp;ref_url=https%253A%252F%252Fwww.google.com%252F" TargetMode="Externa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hyperlink" Target="https://www.ti.com/lit/ds/symlink/sn74lvc1g04.pdf?ts=1710149517735&amp;ref_url=https%253A%252F%252Fwww.google.com%252F" TargetMode="External"/><Relationship Id="rId3" Type="http://schemas.openxmlformats.org/officeDocument/2006/relationships/hyperlink" Target="https://www.ti.com/lit/ds/symlink/sn74lvc2g08-ep.pdf?ts=1710149410655&amp;ref_url=https%253A%252F%252Fwww.google.com%252F" TargetMode="External"/><Relationship Id="rId4" Type="http://schemas.openxmlformats.org/officeDocument/2006/relationships/hyperlink" Target="https://www.ti.com/lit/ds/symlink/sn54als153.pdf?ts=1710149278799&amp;ref_url=https%253A%252F%252Fwww.google.com%252F" TargetMode="External"/><Relationship Id="rId5" Type="http://schemas.openxmlformats.org/officeDocument/2006/relationships/hyperlink" Target="https://www.ti.com/lit/ds/symlink/sn74lvc2g157.pdf?ts=1710149327154&amp;ref_url=https%253A%252F%252Fwww.google.com%252F" TargetMode="Externa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Automatic and Manual)"/>
          <p:cNvSpPr txBox="1"/>
          <p:nvPr>
            <p:ph type="body" sz="quarter" idx="1"/>
          </p:nvPr>
        </p:nvSpPr>
        <p:spPr>
          <a:xfrm>
            <a:off x="1206500" y="7353300"/>
            <a:ext cx="21971000" cy="2006600"/>
          </a:xfrm>
          <a:prstGeom prst="rect">
            <a:avLst/>
          </a:prstGeom>
        </p:spPr>
        <p:txBody>
          <a:bodyPr lIns="50800" tIns="50800" rIns="50800" bIns="50800" anchor="t"/>
          <a:lstStyle>
            <a:lvl1pPr algn="ctr">
              <a:defRPr sz="5500">
                <a:latin typeface="Produkt Extralight"/>
                <a:ea typeface="Produkt Extralight"/>
                <a:cs typeface="Produkt Extralight"/>
                <a:sym typeface="Produkt Extralight"/>
              </a:defRPr>
            </a:lvl1pPr>
          </a:lstStyle>
          <a:p>
            <a:pPr/>
            <a:r>
              <a:t>(Automatic and Manual)</a:t>
            </a:r>
          </a:p>
        </p:txBody>
      </p:sp>
      <p:sp>
        <p:nvSpPr>
          <p:cNvPr id="172" name="Water Level Control System"/>
          <p:cNvSpPr txBox="1"/>
          <p:nvPr>
            <p:ph type="title"/>
          </p:nvPr>
        </p:nvSpPr>
        <p:spPr>
          <a:xfrm>
            <a:off x="1206499" y="2616200"/>
            <a:ext cx="21971006" cy="4648200"/>
          </a:xfrm>
          <a:prstGeom prst="rect">
            <a:avLst/>
          </a:prstGeom>
        </p:spPr>
        <p:txBody>
          <a:bodyPr/>
          <a:lstStyle>
            <a:lvl1pPr algn="ctr">
              <a:defRPr spc="-200"/>
            </a:lvl1pPr>
          </a:lstStyle>
          <a:p>
            <a:pPr/>
            <a:r>
              <a:t>Water Level Control System</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74" name="Table 1"/>
          <p:cNvGraphicFramePr/>
          <p:nvPr/>
        </p:nvGraphicFramePr>
        <p:xfrm>
          <a:off x="3888790" y="2512796"/>
          <a:ext cx="17038407" cy="8690405"/>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8519203"/>
                <a:gridCol w="8519203"/>
              </a:tblGrid>
              <a:tr h="1738080">
                <a:tc>
                  <a:txBody>
                    <a:bodyPr/>
                    <a:lstStyle/>
                    <a:p>
                      <a:pPr algn="ctr" defTabSz="355600">
                        <a:lnSpc>
                          <a:spcPct val="90000"/>
                        </a:lnSpc>
                        <a:defRPr b="0" sz="1800"/>
                      </a:pPr>
                      <a:r>
                        <a:rPr spc="-90" sz="9000">
                          <a:solidFill>
                            <a:srgbClr val="535860"/>
                          </a:solidFill>
                          <a:sym typeface="Produkt Extralight"/>
                        </a:rPr>
                        <a:t>Name</a:t>
                      </a:r>
                    </a:p>
                  </a:txBody>
                  <a:tcPr marL="50800" marR="50800" marT="50800" marB="50800" anchor="b" anchorCtr="0" horzOverflow="overflow">
                    <a:solidFill>
                      <a:srgbClr val="D5D5D5"/>
                    </a:solidFill>
                  </a:tcPr>
                </a:tc>
                <a:tc>
                  <a:txBody>
                    <a:bodyPr/>
                    <a:lstStyle/>
                    <a:p>
                      <a:pPr algn="ctr" defTabSz="355600">
                        <a:lnSpc>
                          <a:spcPct val="90000"/>
                        </a:lnSpc>
                        <a:defRPr b="0" sz="1800"/>
                      </a:pPr>
                      <a:r>
                        <a:rPr spc="-90" sz="9000">
                          <a:solidFill>
                            <a:srgbClr val="535860"/>
                          </a:solidFill>
                          <a:sym typeface="Produkt Extralight"/>
                        </a:rPr>
                        <a:t>Roll Number</a:t>
                      </a:r>
                    </a:p>
                  </a:txBody>
                  <a:tcPr marL="50800" marR="50800" marT="50800" marB="50800" anchor="b" anchorCtr="0" horzOverflow="overflow">
                    <a:solidFill>
                      <a:srgbClr val="D5D5D5"/>
                    </a:solidFill>
                  </a:tcPr>
                </a:tc>
              </a:tr>
              <a:tr h="1738080">
                <a:tc>
                  <a:txBody>
                    <a:bodyPr/>
                    <a:lstStyle/>
                    <a:p>
                      <a:pPr algn="ctr" defTabSz="914400">
                        <a:defRPr sz="1800"/>
                      </a:pPr>
                      <a:r>
                        <a:rPr sz="6000">
                          <a:latin typeface="Times New Roman"/>
                          <a:ea typeface="Times New Roman"/>
                          <a:cs typeface="Times New Roman"/>
                          <a:sym typeface="Times New Roman"/>
                        </a:rPr>
                        <a:t>D M Shaahid</a:t>
                      </a:r>
                    </a:p>
                  </a:txBody>
                  <a:tcPr marL="50800" marR="50800" marT="50800" marB="50800" anchor="b" anchorCtr="0" horzOverflow="overflow"/>
                </a:tc>
                <a:tc>
                  <a:txBody>
                    <a:bodyPr/>
                    <a:lstStyle/>
                    <a:p>
                      <a:pPr algn="ctr" defTabSz="914400">
                        <a:defRPr sz="1800"/>
                      </a:pPr>
                      <a:r>
                        <a:rPr sz="6000">
                          <a:latin typeface="Times New Roman"/>
                          <a:ea typeface="Times New Roman"/>
                          <a:cs typeface="Times New Roman"/>
                          <a:sym typeface="Times New Roman"/>
                        </a:rPr>
                        <a:t>CB.EN.U4ECE21011</a:t>
                      </a:r>
                    </a:p>
                  </a:txBody>
                  <a:tcPr marL="50800" marR="50800" marT="50800" marB="50800" anchor="b" anchorCtr="0" horzOverflow="overflow"/>
                </a:tc>
              </a:tr>
              <a:tr h="1738080">
                <a:tc>
                  <a:txBody>
                    <a:bodyPr/>
                    <a:lstStyle/>
                    <a:p>
                      <a:pPr algn="ctr" defTabSz="914400">
                        <a:defRPr sz="1800"/>
                      </a:pPr>
                      <a:r>
                        <a:rPr sz="6000">
                          <a:latin typeface="Times New Roman"/>
                          <a:ea typeface="Times New Roman"/>
                          <a:cs typeface="Times New Roman"/>
                          <a:sym typeface="Times New Roman"/>
                        </a:rPr>
                        <a:t>D Santhosh</a:t>
                      </a:r>
                    </a:p>
                  </a:txBody>
                  <a:tcPr marL="50800" marR="50800" marT="50800" marB="50800" anchor="b" anchorCtr="0" horzOverflow="overflow"/>
                </a:tc>
                <a:tc>
                  <a:txBody>
                    <a:bodyPr/>
                    <a:lstStyle/>
                    <a:p>
                      <a:pPr algn="ctr" defTabSz="914400">
                        <a:defRPr sz="1800"/>
                      </a:pPr>
                      <a:r>
                        <a:rPr sz="6000">
                          <a:latin typeface="Times New Roman"/>
                          <a:ea typeface="Times New Roman"/>
                          <a:cs typeface="Times New Roman"/>
                          <a:sym typeface="Times New Roman"/>
                        </a:rPr>
                        <a:t>CB.EN.U4ECE21012</a:t>
                      </a:r>
                    </a:p>
                  </a:txBody>
                  <a:tcPr marL="50800" marR="50800" marT="50800" marB="50800" anchor="b" anchorCtr="0" horzOverflow="overflow"/>
                </a:tc>
              </a:tr>
              <a:tr h="1738080">
                <a:tc>
                  <a:txBody>
                    <a:bodyPr/>
                    <a:lstStyle/>
                    <a:p>
                      <a:pPr algn="ctr" defTabSz="914400">
                        <a:defRPr sz="1800"/>
                      </a:pPr>
                      <a:r>
                        <a:rPr sz="6000">
                          <a:latin typeface="Times New Roman"/>
                          <a:ea typeface="Times New Roman"/>
                          <a:cs typeface="Times New Roman"/>
                          <a:sym typeface="Times New Roman"/>
                        </a:rPr>
                        <a:t>N Sumanth</a:t>
                      </a:r>
                    </a:p>
                  </a:txBody>
                  <a:tcPr marL="50800" marR="50800" marT="50800" marB="50800" anchor="b" anchorCtr="0" horzOverflow="overflow"/>
                </a:tc>
                <a:tc>
                  <a:txBody>
                    <a:bodyPr/>
                    <a:lstStyle/>
                    <a:p>
                      <a:pPr algn="ctr" defTabSz="914400">
                        <a:defRPr sz="1800"/>
                      </a:pPr>
                      <a:r>
                        <a:rPr sz="6000">
                          <a:latin typeface="Times New Roman"/>
                          <a:ea typeface="Times New Roman"/>
                          <a:cs typeface="Times New Roman"/>
                          <a:sym typeface="Times New Roman"/>
                        </a:rPr>
                        <a:t>CB.EN.U4ECE21033</a:t>
                      </a:r>
                    </a:p>
                  </a:txBody>
                  <a:tcPr marL="50800" marR="50800" marT="50800" marB="50800" anchor="b" anchorCtr="0" horzOverflow="overflow"/>
                </a:tc>
              </a:tr>
              <a:tr h="1738080">
                <a:tc>
                  <a:txBody>
                    <a:bodyPr/>
                    <a:lstStyle/>
                    <a:p>
                      <a:pPr algn="ctr" defTabSz="914400">
                        <a:defRPr sz="1800"/>
                      </a:pPr>
                      <a:r>
                        <a:rPr sz="6000">
                          <a:latin typeface="Times New Roman"/>
                          <a:ea typeface="Times New Roman"/>
                          <a:cs typeface="Times New Roman"/>
                          <a:sym typeface="Times New Roman"/>
                        </a:rPr>
                        <a:t>P Ganesh</a:t>
                      </a:r>
                    </a:p>
                  </a:txBody>
                  <a:tcPr marL="50800" marR="50800" marT="50800" marB="50800" anchor="b" anchorCtr="0" horzOverflow="overflow"/>
                </a:tc>
                <a:tc>
                  <a:txBody>
                    <a:bodyPr/>
                    <a:lstStyle/>
                    <a:p>
                      <a:pPr algn="ctr" defTabSz="914400">
                        <a:defRPr sz="1800"/>
                      </a:pPr>
                      <a:r>
                        <a:rPr sz="6000">
                          <a:latin typeface="Times New Roman"/>
                          <a:ea typeface="Times New Roman"/>
                          <a:cs typeface="Times New Roman"/>
                          <a:sym typeface="Times New Roman"/>
                        </a:rPr>
                        <a:t>CB.EN.U4ECE21036</a:t>
                      </a:r>
                    </a:p>
                  </a:txBody>
                  <a:tcPr marL="50800" marR="50800" marT="50800" marB="50800" anchor="b" anchorCtr="0" horzOverflow="overflow"/>
                </a:tc>
              </a:tr>
            </a:tbl>
          </a:graphicData>
        </a:graphic>
      </p:graphicFrame>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Introduction"/>
          <p:cNvSpPr txBox="1"/>
          <p:nvPr>
            <p:ph type="title"/>
          </p:nvPr>
        </p:nvSpPr>
        <p:spPr>
          <a:prstGeom prst="rect">
            <a:avLst/>
          </a:prstGeom>
        </p:spPr>
        <p:txBody>
          <a:bodyPr/>
          <a:lstStyle>
            <a:lvl1pPr algn="ctr" defTabSz="2316478">
              <a:defRPr sz="9500"/>
            </a:lvl1pPr>
          </a:lstStyle>
          <a:p>
            <a:pPr/>
            <a:r>
              <a:t>Introduction</a:t>
            </a:r>
          </a:p>
        </p:txBody>
      </p:sp>
      <p:sp>
        <p:nvSpPr>
          <p:cNvPr id="177" name="A Water level control system is a device or mechanism that automatically monitors and regulates the level of water In the tank, reservoir, or any other water storage system"/>
          <p:cNvSpPr txBox="1"/>
          <p:nvPr>
            <p:ph type="body" sz="half" idx="1"/>
          </p:nvPr>
        </p:nvSpPr>
        <p:spPr>
          <a:xfrm>
            <a:off x="2106702" y="5077085"/>
            <a:ext cx="9048351" cy="8256014"/>
          </a:xfrm>
          <a:prstGeom prst="rect">
            <a:avLst/>
          </a:prstGeom>
        </p:spPr>
        <p:txBody>
          <a:bodyPr lIns="50800" tIns="50800" rIns="50800" bIns="50800"/>
          <a:lstStyle>
            <a:lvl1pPr defTabSz="355600">
              <a:spcBef>
                <a:spcPts val="4700"/>
              </a:spcBef>
              <a:defRPr sz="4000">
                <a:latin typeface="Graphik Light"/>
                <a:ea typeface="Graphik Light"/>
                <a:cs typeface="Graphik Light"/>
                <a:sym typeface="Graphik Light"/>
              </a:defRPr>
            </a:lvl1pPr>
          </a:lstStyle>
          <a:p>
            <a:pPr/>
            <a:r>
              <a:t>A Water level control system is a device or mechanism that automatically monitors and regulates the level of water In the tank, reservoir, or any other water storage system </a:t>
            </a:r>
          </a:p>
        </p:txBody>
      </p:sp>
      <p:sp>
        <p:nvSpPr>
          <p:cNvPr id="178" name="Importance of Water Level Control…"/>
          <p:cNvSpPr txBox="1"/>
          <p:nvPr/>
        </p:nvSpPr>
        <p:spPr>
          <a:xfrm>
            <a:off x="13881320" y="4912014"/>
            <a:ext cx="9614025" cy="82560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defRPr b="1">
                <a:solidFill>
                  <a:srgbClr val="535860"/>
                </a:solidFill>
                <a:latin typeface="Graphik"/>
                <a:ea typeface="Graphik"/>
                <a:cs typeface="Graphik"/>
                <a:sym typeface="Graphik"/>
              </a:defRPr>
            </a:pPr>
            <a:r>
              <a:t>Importance of Water Level Control</a:t>
            </a:r>
          </a:p>
          <a:p>
            <a:pPr marL="457200" indent="-457200">
              <a:buSzPct val="100000"/>
              <a:buFont typeface="Graphik Light"/>
              <a:buChar char="✦"/>
              <a:defRPr>
                <a:solidFill>
                  <a:srgbClr val="535860"/>
                </a:solidFill>
                <a:latin typeface="Graphik Light"/>
                <a:ea typeface="Graphik Light"/>
                <a:cs typeface="Graphik Light"/>
                <a:sym typeface="Graphik Light"/>
              </a:defRPr>
            </a:pPr>
            <a:r>
              <a:t>Prevent Overflow and Flooding.</a:t>
            </a:r>
          </a:p>
          <a:p>
            <a:pPr marL="457200" indent="-457200">
              <a:buSzPct val="100000"/>
              <a:buFont typeface="Graphik Light"/>
              <a:buChar char="✦"/>
              <a:defRPr>
                <a:solidFill>
                  <a:srgbClr val="535860"/>
                </a:solidFill>
                <a:latin typeface="Graphik Light"/>
                <a:ea typeface="Graphik Light"/>
                <a:cs typeface="Graphik Light"/>
                <a:sym typeface="Graphik Light"/>
              </a:defRPr>
            </a:pPr>
            <a:r>
              <a:t>Ensures optimal water usage.</a:t>
            </a:r>
          </a:p>
          <a:p>
            <a:pPr marL="457200" indent="-457200">
              <a:buSzPct val="100000"/>
              <a:buFont typeface="Graphik Light"/>
              <a:buChar char="✦"/>
              <a:defRPr>
                <a:solidFill>
                  <a:srgbClr val="535860"/>
                </a:solidFill>
                <a:latin typeface="Graphik Light"/>
                <a:ea typeface="Graphik Light"/>
                <a:cs typeface="Graphik Light"/>
                <a:sym typeface="Graphik Light"/>
              </a:defRPr>
            </a:pPr>
            <a:r>
              <a:t>Maintains consistent water pressure.</a:t>
            </a:r>
          </a:p>
          <a:p>
            <a:pPr marL="457200" indent="-457200">
              <a:buSzPct val="100000"/>
              <a:buFont typeface="Graphik Light"/>
              <a:buChar char="✦"/>
              <a:defRPr>
                <a:solidFill>
                  <a:srgbClr val="535860"/>
                </a:solidFill>
                <a:latin typeface="Graphik Light"/>
                <a:ea typeface="Graphik Light"/>
                <a:cs typeface="Graphik Light"/>
                <a:sym typeface="Graphik Light"/>
              </a:defRPr>
            </a:pPr>
            <a:r>
              <a:t>Protects Equipment from damage.</a:t>
            </a:r>
          </a:p>
          <a:p>
            <a:pPr marL="457200" indent="-457200">
              <a:buSzPct val="100000"/>
              <a:buFont typeface="Graphik Light"/>
              <a:buChar char="✦"/>
              <a:defRPr>
                <a:solidFill>
                  <a:srgbClr val="535860"/>
                </a:solidFill>
                <a:latin typeface="Graphik Light"/>
                <a:ea typeface="Graphik Light"/>
                <a:cs typeface="Graphik Light"/>
                <a:sym typeface="Graphik Light"/>
              </a:defRPr>
            </a:pPr>
            <a:r>
              <a:t>Enables efficient water management.</a:t>
            </a:r>
          </a:p>
        </p:txBody>
      </p:sp>
      <p:sp>
        <p:nvSpPr>
          <p:cNvPr id="179" name="What is Water Level Control system ?"/>
          <p:cNvSpPr txBox="1"/>
          <p:nvPr/>
        </p:nvSpPr>
        <p:spPr>
          <a:xfrm>
            <a:off x="1206500" y="2441751"/>
            <a:ext cx="21971000" cy="16891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defTabSz="2438400">
              <a:lnSpc>
                <a:spcPct val="90000"/>
              </a:lnSpc>
              <a:spcBef>
                <a:spcPts val="0"/>
              </a:spcBef>
              <a:defRPr spc="-100" sz="5700">
                <a:solidFill>
                  <a:srgbClr val="535860"/>
                </a:solidFill>
              </a:defRPr>
            </a:lvl1pPr>
          </a:lstStyle>
          <a:p>
            <a:pPr/>
            <a:r>
              <a:t>What is Water Level Control system ?</a:t>
            </a:r>
          </a:p>
        </p:txBody>
      </p:sp>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81" name="Table 1"/>
          <p:cNvGraphicFramePr/>
          <p:nvPr/>
        </p:nvGraphicFramePr>
        <p:xfrm>
          <a:off x="2160468" y="4341901"/>
          <a:ext cx="20539574" cy="8405300"/>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3925034"/>
                <a:gridCol w="3925034"/>
                <a:gridCol w="3925034"/>
                <a:gridCol w="3925034"/>
                <a:gridCol w="4826734"/>
              </a:tblGrid>
              <a:tr h="2735354">
                <a:tc>
                  <a:txBody>
                    <a:bodyPr/>
                    <a:lstStyle/>
                    <a:p>
                      <a:pPr indent="457200" algn="ctr">
                        <a:defRPr sz="1800"/>
                      </a:pPr>
                      <a:r>
                        <a:rPr b="1" sz="3000">
                          <a:latin typeface="Times New Roman"/>
                          <a:ea typeface="Times New Roman"/>
                          <a:cs typeface="Times New Roman"/>
                          <a:sym typeface="Times New Roman"/>
                        </a:rPr>
                        <a:t>Title of Literature </a:t>
                      </a:r>
                    </a:p>
                  </a:txBody>
                  <a:tcPr marL="0" marR="0" marT="0" marB="0" anchor="ctr" anchorCtr="0" horzOverflow="overflow"/>
                </a:tc>
                <a:tc>
                  <a:txBody>
                    <a:bodyPr/>
                    <a:lstStyle/>
                    <a:p>
                      <a:pPr indent="457200" algn="ctr">
                        <a:defRPr sz="1800"/>
                      </a:pPr>
                      <a:r>
                        <a:rPr b="1" sz="3000">
                          <a:latin typeface="Times New Roman"/>
                          <a:ea typeface="Times New Roman"/>
                          <a:cs typeface="Times New Roman"/>
                          <a:sym typeface="Times New Roman"/>
                        </a:rPr>
                        <a:t>Source   Type</a:t>
                      </a:r>
                    </a:p>
                  </a:txBody>
                  <a:tcPr marL="0" marR="0" marT="0" marB="0" anchor="ctr" anchorCtr="0" horzOverflow="overflow"/>
                </a:tc>
                <a:tc>
                  <a:txBody>
                    <a:bodyPr/>
                    <a:lstStyle/>
                    <a:p>
                      <a:pPr indent="457200" algn="ctr">
                        <a:defRPr sz="1800"/>
                      </a:pPr>
                      <a:r>
                        <a:rPr b="1" sz="3000">
                          <a:latin typeface="Times New Roman"/>
                          <a:ea typeface="Times New Roman"/>
                          <a:cs typeface="Times New Roman"/>
                          <a:sym typeface="Times New Roman"/>
                        </a:rPr>
                        <a:t>Authors</a:t>
                      </a:r>
                    </a:p>
                  </a:txBody>
                  <a:tcPr marL="0" marR="0" marT="0" marB="0" anchor="ctr" anchorCtr="0" horzOverflow="overflow"/>
                </a:tc>
                <a:tc>
                  <a:txBody>
                    <a:bodyPr/>
                    <a:lstStyle/>
                    <a:p>
                      <a:pPr indent="457200" algn="ctr">
                        <a:defRPr sz="1800"/>
                      </a:pPr>
                      <a:r>
                        <a:rPr b="1" sz="3000">
                          <a:latin typeface="Times New Roman"/>
                          <a:ea typeface="Times New Roman"/>
                          <a:cs typeface="Times New Roman"/>
                          <a:sym typeface="Times New Roman"/>
                        </a:rPr>
                        <a:t>Publication Year</a:t>
                      </a:r>
                    </a:p>
                  </a:txBody>
                  <a:tcPr marL="0" marR="0" marT="0" marB="0" anchor="ctr" anchorCtr="0" horzOverflow="overflow"/>
                </a:tc>
                <a:tc>
                  <a:txBody>
                    <a:bodyPr/>
                    <a:lstStyle/>
                    <a:p>
                      <a:pPr indent="457200" algn="ctr">
                        <a:defRPr sz="1800"/>
                      </a:pPr>
                      <a:r>
                        <a:rPr b="1" sz="3000">
                          <a:latin typeface="Times New Roman"/>
                          <a:ea typeface="Times New Roman"/>
                          <a:cs typeface="Times New Roman"/>
                          <a:sym typeface="Times New Roman"/>
                        </a:rPr>
                        <a:t>Key Insights</a:t>
                      </a:r>
                    </a:p>
                  </a:txBody>
                  <a:tcPr marL="0" marR="0" marT="0" marB="0" anchor="ctr" anchorCtr="0" horzOverflow="overflow"/>
                </a:tc>
              </a:tr>
              <a:tr h="2926431">
                <a:tc>
                  <a:txBody>
                    <a:bodyPr/>
                    <a:lstStyle/>
                    <a:p>
                      <a:pPr indent="457200" algn="ctr">
                        <a:defRPr sz="1800"/>
                      </a:pPr>
                      <a:r>
                        <a:rPr sz="3000">
                          <a:latin typeface="Times New Roman"/>
                          <a:ea typeface="Times New Roman"/>
                          <a:cs typeface="Times New Roman"/>
                          <a:sym typeface="Times New Roman"/>
                        </a:rPr>
                        <a:t>Fundamentals of Digital Logic with Verilog Design</a:t>
                      </a:r>
                    </a:p>
                  </a:txBody>
                  <a:tcPr marL="0" marR="0" marT="0" marB="0" anchor="ctr" anchorCtr="0" horzOverflow="overflow"/>
                </a:tc>
                <a:tc>
                  <a:txBody>
                    <a:bodyPr/>
                    <a:lstStyle/>
                    <a:p>
                      <a:pPr indent="457200" algn="ctr">
                        <a:defRPr sz="1800"/>
                      </a:pPr>
                      <a:r>
                        <a:rPr sz="3000">
                          <a:latin typeface="Times New Roman"/>
                          <a:ea typeface="Times New Roman"/>
                          <a:cs typeface="Times New Roman"/>
                          <a:sym typeface="Times New Roman"/>
                        </a:rPr>
                        <a:t>TextBook</a:t>
                      </a:r>
                    </a:p>
                  </a:txBody>
                  <a:tcPr marL="0" marR="0" marT="0" marB="0" anchor="ctr" anchorCtr="0" horzOverflow="overflow"/>
                </a:tc>
                <a:tc>
                  <a:txBody>
                    <a:bodyPr/>
                    <a:lstStyle/>
                    <a:p>
                      <a:pPr indent="457200" algn="ctr">
                        <a:defRPr sz="1800"/>
                      </a:pPr>
                      <a:r>
                        <a:rPr sz="3000">
                          <a:latin typeface="Times New Roman"/>
                          <a:ea typeface="Times New Roman"/>
                          <a:cs typeface="Times New Roman"/>
                          <a:sym typeface="Times New Roman"/>
                        </a:rPr>
                        <a:t>Stephen Brown and Zvonko Vranesic</a:t>
                      </a:r>
                    </a:p>
                  </a:txBody>
                  <a:tcPr marL="0" marR="0" marT="0" marB="0" anchor="ctr" anchorCtr="0" horzOverflow="overflow"/>
                </a:tc>
                <a:tc>
                  <a:txBody>
                    <a:bodyPr/>
                    <a:lstStyle/>
                    <a:p>
                      <a:pPr indent="457200" algn="ctr">
                        <a:defRPr sz="1800"/>
                      </a:pPr>
                      <a:r>
                        <a:rPr sz="3000">
                          <a:latin typeface="Times New Roman"/>
                          <a:ea typeface="Times New Roman"/>
                          <a:cs typeface="Times New Roman"/>
                          <a:sym typeface="Times New Roman"/>
                        </a:rPr>
                        <a:t>2002</a:t>
                      </a:r>
                    </a:p>
                  </a:txBody>
                  <a:tcPr marL="0" marR="0" marT="0" marB="0" anchor="ctr" anchorCtr="0" horzOverflow="overflow"/>
                </a:tc>
                <a:tc>
                  <a:txBody>
                    <a:bodyPr/>
                    <a:lstStyle/>
                    <a:p>
                      <a:pPr marL="858252" indent="-401052" algn="ctr">
                        <a:buSzPct val="100000"/>
                        <a:buAutoNum type="arabicPeriod" startAt="1"/>
                        <a:defRPr sz="3000">
                          <a:latin typeface="Times New Roman"/>
                          <a:ea typeface="Times New Roman"/>
                          <a:cs typeface="Times New Roman"/>
                          <a:sym typeface="Times New Roman"/>
                        </a:defRPr>
                      </a:pPr>
                      <a:r>
                        <a:t>Combinational circuits;</a:t>
                      </a:r>
                    </a:p>
                    <a:p>
                      <a:pPr marL="858252" indent="-401052" algn="ctr">
                        <a:buSzPct val="100000"/>
                        <a:buAutoNum type="arabicPeriod" startAt="1"/>
                        <a:defRPr sz="3000">
                          <a:latin typeface="Times New Roman"/>
                          <a:ea typeface="Times New Roman"/>
                          <a:cs typeface="Times New Roman"/>
                          <a:sym typeface="Times New Roman"/>
                        </a:defRPr>
                      </a:pPr>
                      <a:r>
                        <a:t>Flip-Flops, Registers,</a:t>
                      </a:r>
                    </a:p>
                    <a:p>
                      <a:pPr indent="457200" algn="ctr">
                        <a:defRPr sz="3000">
                          <a:latin typeface="Times New Roman"/>
                          <a:ea typeface="Times New Roman"/>
                          <a:cs typeface="Times New Roman"/>
                          <a:sym typeface="Times New Roman"/>
                        </a:defRPr>
                      </a:pPr>
                      <a:r>
                        <a:t>Counters;</a:t>
                      </a:r>
                    </a:p>
                    <a:p>
                      <a:pPr indent="457200" algn="ctr">
                        <a:defRPr sz="3000">
                          <a:latin typeface="Times New Roman"/>
                          <a:ea typeface="Times New Roman"/>
                          <a:cs typeface="Times New Roman"/>
                          <a:sym typeface="Times New Roman"/>
                        </a:defRPr>
                      </a:pPr>
                      <a:r>
                        <a:t>3.   Synchronous Sequential Circuits</a:t>
                      </a:r>
                    </a:p>
                  </a:txBody>
                  <a:tcPr marL="0" marR="0" marT="0" marB="0" anchor="ctr" anchorCtr="0" horzOverflow="overflow"/>
                </a:tc>
              </a:tr>
              <a:tr h="2735354">
                <a:tc>
                  <a:txBody>
                    <a:bodyPr/>
                    <a:lstStyle/>
                    <a:p>
                      <a:pPr indent="457200" algn="ctr">
                        <a:defRPr sz="1800"/>
                      </a:pPr>
                      <a:r>
                        <a:rPr sz="3000">
                          <a:latin typeface="Times New Roman"/>
                          <a:ea typeface="Times New Roman"/>
                          <a:cs typeface="Times New Roman"/>
                          <a:sym typeface="Times New Roman"/>
                        </a:rPr>
                        <a:t>Microelectronic Circuits</a:t>
                      </a:r>
                    </a:p>
                  </a:txBody>
                  <a:tcPr marL="0" marR="0" marT="0" marB="0" anchor="ctr" anchorCtr="0" horzOverflow="overflow"/>
                </a:tc>
                <a:tc>
                  <a:txBody>
                    <a:bodyPr/>
                    <a:lstStyle/>
                    <a:p>
                      <a:pPr indent="457200" algn="ctr">
                        <a:defRPr sz="1800"/>
                      </a:pPr>
                      <a:r>
                        <a:rPr sz="3000">
                          <a:latin typeface="Times New Roman"/>
                          <a:ea typeface="Times New Roman"/>
                          <a:cs typeface="Times New Roman"/>
                          <a:sym typeface="Times New Roman"/>
                        </a:rPr>
                        <a:t>TextBook</a:t>
                      </a:r>
                    </a:p>
                  </a:txBody>
                  <a:tcPr marL="0" marR="0" marT="0" marB="0" anchor="ctr" anchorCtr="0" horzOverflow="overflow"/>
                </a:tc>
                <a:tc>
                  <a:txBody>
                    <a:bodyPr/>
                    <a:lstStyle/>
                    <a:p>
                      <a:pPr indent="457200" algn="ctr">
                        <a:defRPr sz="1800"/>
                      </a:pPr>
                      <a:r>
                        <a:rPr sz="3000">
                          <a:latin typeface="Times New Roman"/>
                          <a:ea typeface="Times New Roman"/>
                          <a:cs typeface="Times New Roman"/>
                          <a:sym typeface="Times New Roman"/>
                        </a:rPr>
                        <a:t>Adel S. Sedra
Kenneth C. Smith</a:t>
                      </a:r>
                    </a:p>
                  </a:txBody>
                  <a:tcPr marL="0" marR="0" marT="0" marB="0" anchor="ctr" anchorCtr="0" horzOverflow="overflow"/>
                </a:tc>
                <a:tc>
                  <a:txBody>
                    <a:bodyPr/>
                    <a:lstStyle/>
                    <a:p>
                      <a:pPr indent="457200" algn="ctr">
                        <a:defRPr sz="1800"/>
                      </a:pPr>
                      <a:r>
                        <a:rPr sz="3000">
                          <a:latin typeface="Times New Roman"/>
                          <a:ea typeface="Times New Roman"/>
                          <a:cs typeface="Times New Roman"/>
                          <a:sym typeface="Times New Roman"/>
                        </a:rPr>
                        <a:t>2015</a:t>
                      </a:r>
                    </a:p>
                  </a:txBody>
                  <a:tcPr marL="0" marR="0" marT="0" marB="0" anchor="ctr" anchorCtr="0" horzOverflow="overflow"/>
                </a:tc>
                <a:tc>
                  <a:txBody>
                    <a:bodyPr/>
                    <a:lstStyle/>
                    <a:p>
                      <a:pPr indent="457200" algn="ctr">
                        <a:defRPr sz="1800"/>
                      </a:pPr>
                      <a:r>
                        <a:rPr sz="3000">
                          <a:latin typeface="Times New Roman"/>
                          <a:ea typeface="Times New Roman"/>
                          <a:cs typeface="Times New Roman"/>
                          <a:sym typeface="Times New Roman"/>
                        </a:rPr>
                        <a:t>Signal Generators and Waveform Shaping Circuits</a:t>
                      </a:r>
                    </a:p>
                  </a:txBody>
                  <a:tcPr marL="0" marR="0" marT="0" marB="0" anchor="ctr" anchorCtr="0" horzOverflow="overflow"/>
                </a:tc>
              </a:tr>
            </a:tbl>
          </a:graphicData>
        </a:graphic>
      </p:graphicFrame>
      <p:sp>
        <p:nvSpPr>
          <p:cNvPr id="182" name="Literature Survey"/>
          <p:cNvSpPr txBox="1"/>
          <p:nvPr>
            <p:ph type="title" idx="4294967295"/>
          </p:nvPr>
        </p:nvSpPr>
        <p:spPr>
          <a:xfrm>
            <a:off x="1206500" y="635000"/>
            <a:ext cx="21971000" cy="1689100"/>
          </a:xfrm>
          <a:prstGeom prst="rect">
            <a:avLst/>
          </a:prstGeom>
        </p:spPr>
        <p:txBody>
          <a:bodyPr/>
          <a:lstStyle>
            <a:lvl1pPr algn="ctr" defTabSz="2316478">
              <a:defRPr sz="9500"/>
            </a:lvl1pPr>
          </a:lstStyle>
          <a:p>
            <a:pPr/>
            <a:r>
              <a:t>Literature Survey</a:t>
            </a:r>
          </a:p>
        </p:txBody>
      </p:sp>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84" name="Table 1-1"/>
          <p:cNvGraphicFramePr/>
          <p:nvPr/>
        </p:nvGraphicFramePr>
        <p:xfrm>
          <a:off x="13076843" y="3147159"/>
          <a:ext cx="10972801" cy="9653007"/>
        </p:xfrm>
        <a:graphic xmlns:a="http://schemas.openxmlformats.org/drawingml/2006/main">
          <a:graphicData uri="http://schemas.openxmlformats.org/drawingml/2006/table">
            <a:tbl>
              <a:tblPr firstCol="1" firstRow="1" lastCol="0" lastRow="0" bandCol="0" bandRow="0" rtl="0">
                <a:tableStyleId>{4C3C2611-4C71-4FC5-86AE-919BDF0F9419}</a:tableStyleId>
              </a:tblPr>
              <a:tblGrid>
                <a:gridCol w="5486400"/>
                <a:gridCol w="5486400"/>
              </a:tblGrid>
              <a:tr h="1376001">
                <a:tc>
                  <a:txBody>
                    <a:bodyPr/>
                    <a:lstStyle/>
                    <a:p>
                      <a:pPr algn="ctr" defTabSz="355600">
                        <a:spcBef>
                          <a:spcPts val="4700"/>
                        </a:spcBef>
                        <a:defRPr b="0" sz="1800"/>
                      </a:pPr>
                      <a:r>
                        <a:rPr sz="4000">
                          <a:solidFill>
                            <a:srgbClr val="535860"/>
                          </a:solidFill>
                          <a:latin typeface="Graphik Light"/>
                          <a:ea typeface="Graphik Light"/>
                          <a:cs typeface="Graphik Light"/>
                          <a:sym typeface="Graphik Light"/>
                        </a:rPr>
                        <a:t>555 Timer(IC555)</a:t>
                      </a:r>
                    </a:p>
                  </a:txBody>
                  <a:tcPr marL="50800" marR="50800" marT="50800" marB="50800" anchor="ctr" anchorCtr="0" horzOverflow="overflow"/>
                </a:tc>
                <a:tc>
                  <a:txBody>
                    <a:bodyPr/>
                    <a:lstStyle/>
                    <a:p>
                      <a:pPr algn="ctr" defTabSz="914400">
                        <a:defRPr b="0" sz="1800"/>
                      </a:pPr>
                      <a:r>
                        <a:rPr sz="3200">
                          <a:latin typeface="Graphik"/>
                          <a:ea typeface="Graphik"/>
                          <a:cs typeface="Graphik"/>
                        </a:rPr>
                        <a:t>1</a:t>
                      </a:r>
                    </a:p>
                  </a:txBody>
                  <a:tcPr marL="50800" marR="50800" marT="50800" marB="50800" anchor="ctr" anchorCtr="0" horzOverflow="overflow"/>
                </a:tc>
              </a:tr>
              <a:tr h="2061801">
                <a:tc>
                  <a:txBody>
                    <a:bodyPr/>
                    <a:lstStyle/>
                    <a:p>
                      <a:pPr algn="ctr" defTabSz="355600">
                        <a:spcBef>
                          <a:spcPts val="400"/>
                        </a:spcBef>
                        <a:defRPr b="0" sz="4000">
                          <a:solidFill>
                            <a:srgbClr val="535860"/>
                          </a:solidFill>
                          <a:latin typeface="Graphik Light"/>
                          <a:ea typeface="Graphik Light"/>
                          <a:cs typeface="Graphik Light"/>
                          <a:sym typeface="Graphik Light"/>
                        </a:defRPr>
                      </a:pPr>
                      <a:r>
                        <a:t>3⤫8 decoder</a:t>
                      </a:r>
                    </a:p>
                    <a:p>
                      <a:pPr algn="ctr" defTabSz="355600">
                        <a:spcBef>
                          <a:spcPts val="400"/>
                        </a:spcBef>
                        <a:defRPr b="0" sz="4000">
                          <a:solidFill>
                            <a:srgbClr val="535860"/>
                          </a:solidFill>
                          <a:latin typeface="Graphik Light"/>
                          <a:ea typeface="Graphik Light"/>
                          <a:cs typeface="Graphik Light"/>
                          <a:sym typeface="Graphik Light"/>
                        </a:defRPr>
                      </a:pPr>
                      <a:r>
                        <a:t>(IC74138)</a:t>
                      </a:r>
                    </a:p>
                  </a:txBody>
                  <a:tcPr marL="50800" marR="50800" marT="50800" marB="50800" anchor="ctr" anchorCtr="0" horzOverflow="overflow"/>
                </a:tc>
                <a:tc>
                  <a:txBody>
                    <a:bodyPr/>
                    <a:lstStyle/>
                    <a:p>
                      <a:pPr algn="ctr" defTabSz="914400">
                        <a:defRPr sz="1800"/>
                      </a:pPr>
                      <a:r>
                        <a:rPr sz="3200">
                          <a:sym typeface="Produkt Extralight"/>
                        </a:rPr>
                        <a:t>1</a:t>
                      </a:r>
                    </a:p>
                  </a:txBody>
                  <a:tcPr marL="50800" marR="50800" marT="50800" marB="50800" anchor="ctr" anchorCtr="0" horzOverflow="overflow"/>
                </a:tc>
              </a:tr>
              <a:tr h="1376001">
                <a:tc>
                  <a:txBody>
                    <a:bodyPr/>
                    <a:lstStyle/>
                    <a:p>
                      <a:pPr algn="ctr" defTabSz="355600">
                        <a:spcBef>
                          <a:spcPts val="4700"/>
                        </a:spcBef>
                        <a:defRPr b="0" sz="1800"/>
                      </a:pPr>
                      <a:r>
                        <a:rPr sz="4000">
                          <a:solidFill>
                            <a:srgbClr val="535860"/>
                          </a:solidFill>
                          <a:latin typeface="Graphik Light"/>
                          <a:ea typeface="Graphik Light"/>
                          <a:cs typeface="Graphik Light"/>
                          <a:sym typeface="Graphik Light"/>
                        </a:rPr>
                        <a:t>Relay(5V)</a:t>
                      </a:r>
                    </a:p>
                  </a:txBody>
                  <a:tcPr marL="50800" marR="50800" marT="50800" marB="50800" anchor="ctr" anchorCtr="0" horzOverflow="overflow"/>
                </a:tc>
                <a:tc>
                  <a:txBody>
                    <a:bodyPr/>
                    <a:lstStyle/>
                    <a:p>
                      <a:pPr algn="ctr" defTabSz="914400">
                        <a:defRPr sz="1800"/>
                      </a:pPr>
                      <a:r>
                        <a:rPr sz="3200">
                          <a:sym typeface="Produkt Extralight"/>
                        </a:rPr>
                        <a:t>1</a:t>
                      </a:r>
                    </a:p>
                  </a:txBody>
                  <a:tcPr marL="50800" marR="50800" marT="50800" marB="50800" anchor="ctr" anchorCtr="0" horzOverflow="overflow"/>
                </a:tc>
              </a:tr>
              <a:tr h="1871301">
                <a:tc>
                  <a:txBody>
                    <a:bodyPr/>
                    <a:lstStyle/>
                    <a:p>
                      <a:pPr algn="ctr" defTabSz="355600">
                        <a:spcBef>
                          <a:spcPts val="4700"/>
                        </a:spcBef>
                        <a:defRPr b="0" sz="4000">
                          <a:solidFill>
                            <a:srgbClr val="535860"/>
                          </a:solidFill>
                          <a:latin typeface="Graphik Light"/>
                          <a:ea typeface="Graphik Light"/>
                          <a:cs typeface="Graphik Light"/>
                          <a:sym typeface="Graphik Light"/>
                        </a:defRPr>
                      </a:pPr>
                      <a:r>
                        <a:t>Resistors</a:t>
                      </a:r>
                    </a:p>
                    <a:p>
                      <a:pPr algn="ctr" defTabSz="355600">
                        <a:spcBef>
                          <a:spcPts val="400"/>
                        </a:spcBef>
                        <a:defRPr b="0" sz="4000">
                          <a:solidFill>
                            <a:srgbClr val="535860"/>
                          </a:solidFill>
                          <a:latin typeface="Graphik Light"/>
                          <a:ea typeface="Graphik Light"/>
                          <a:cs typeface="Graphik Light"/>
                          <a:sym typeface="Graphik Light"/>
                        </a:defRPr>
                      </a:pPr>
                      <a:r>
                        <a:t>(68K Ω,39K Ω,1K Ω)</a:t>
                      </a:r>
                    </a:p>
                  </a:txBody>
                  <a:tcPr marL="50800" marR="50800" marT="50800" marB="50800" anchor="ctr" anchorCtr="0" horzOverflow="overflow"/>
                </a:tc>
                <a:tc>
                  <a:txBody>
                    <a:bodyPr/>
                    <a:lstStyle/>
                    <a:p>
                      <a:pPr algn="ctr" defTabSz="914400">
                        <a:defRPr sz="1800"/>
                      </a:pPr>
                      <a:r>
                        <a:rPr sz="3200">
                          <a:sym typeface="Produkt Extralight"/>
                        </a:rPr>
                        <a:t>1,1,4</a:t>
                      </a:r>
                    </a:p>
                  </a:txBody>
                  <a:tcPr marL="50800" marR="50800" marT="50800" marB="50800" anchor="ctr" anchorCtr="0" horzOverflow="overflow"/>
                </a:tc>
              </a:tr>
              <a:tr h="1591901">
                <a:tc>
                  <a:txBody>
                    <a:bodyPr/>
                    <a:lstStyle/>
                    <a:p>
                      <a:pPr algn="ctr" defTabSz="355600">
                        <a:spcBef>
                          <a:spcPts val="4700"/>
                        </a:spcBef>
                        <a:defRPr b="0" sz="4000">
                          <a:solidFill>
                            <a:srgbClr val="535860"/>
                          </a:solidFill>
                          <a:latin typeface="Graphik Light"/>
                          <a:ea typeface="Graphik Light"/>
                          <a:cs typeface="Graphik Light"/>
                          <a:sym typeface="Graphik Light"/>
                        </a:defRPr>
                      </a:pPr>
                      <a:r>
                        <a:t>Capacitors</a:t>
                      </a:r>
                    </a:p>
                    <a:p>
                      <a:pPr algn="ctr" defTabSz="355600">
                        <a:spcBef>
                          <a:spcPts val="400"/>
                        </a:spcBef>
                        <a:defRPr b="0" sz="4000">
                          <a:solidFill>
                            <a:srgbClr val="535860"/>
                          </a:solidFill>
                          <a:latin typeface="Graphik Light"/>
                          <a:ea typeface="Graphik Light"/>
                          <a:cs typeface="Graphik Light"/>
                          <a:sym typeface="Graphik Light"/>
                        </a:defRPr>
                      </a:pPr>
                      <a:r>
                        <a:t>(10nF,100nF,1µF)</a:t>
                      </a:r>
                    </a:p>
                  </a:txBody>
                  <a:tcPr marL="50800" marR="50800" marT="50800" marB="50800" anchor="ctr" anchorCtr="0" horzOverflow="overflow"/>
                </a:tc>
                <a:tc>
                  <a:txBody>
                    <a:bodyPr/>
                    <a:lstStyle/>
                    <a:p>
                      <a:pPr algn="ctr" defTabSz="914400">
                        <a:defRPr sz="1800"/>
                      </a:pPr>
                      <a:r>
                        <a:rPr sz="3200">
                          <a:sym typeface="Produkt Extralight"/>
                        </a:rPr>
                        <a:t>2,1,1</a:t>
                      </a:r>
                    </a:p>
                  </a:txBody>
                  <a:tcPr marL="50800" marR="50800" marT="50800" marB="50800" anchor="ctr" anchorCtr="0" horzOverflow="overflow"/>
                </a:tc>
              </a:tr>
              <a:tr h="1376001">
                <a:tc>
                  <a:txBody>
                    <a:bodyPr/>
                    <a:lstStyle/>
                    <a:p>
                      <a:pPr algn="ctr" defTabSz="355600">
                        <a:spcBef>
                          <a:spcPts val="4700"/>
                        </a:spcBef>
                        <a:defRPr b="0" sz="1800"/>
                      </a:pPr>
                      <a:r>
                        <a:rPr sz="4000">
                          <a:solidFill>
                            <a:srgbClr val="535860"/>
                          </a:solidFill>
                          <a:latin typeface="Graphik Light"/>
                          <a:ea typeface="Graphik Light"/>
                          <a:cs typeface="Graphik Light"/>
                          <a:sym typeface="Graphik Light"/>
                        </a:rPr>
                        <a:t>Float switches</a:t>
                      </a:r>
                    </a:p>
                  </a:txBody>
                  <a:tcPr marL="50800" marR="50800" marT="50800" marB="50800" anchor="ctr" anchorCtr="0" horzOverflow="overflow"/>
                </a:tc>
                <a:tc>
                  <a:txBody>
                    <a:bodyPr/>
                    <a:lstStyle/>
                    <a:p>
                      <a:pPr algn="ctr" defTabSz="914400">
                        <a:defRPr sz="1800"/>
                      </a:pPr>
                      <a:r>
                        <a:rPr sz="3200">
                          <a:sym typeface="Produkt Extralight"/>
                        </a:rPr>
                        <a:t>5</a:t>
                      </a:r>
                    </a:p>
                  </a:txBody>
                  <a:tcPr marL="50800" marR="50800" marT="50800" marB="50800" anchor="ctr" anchorCtr="0" horzOverflow="overflow"/>
                </a:tc>
              </a:tr>
            </a:tbl>
          </a:graphicData>
        </a:graphic>
      </p:graphicFrame>
      <p:graphicFrame>
        <p:nvGraphicFramePr>
          <p:cNvPr id="185" name="Table 1"/>
          <p:cNvGraphicFramePr/>
          <p:nvPr/>
        </p:nvGraphicFramePr>
        <p:xfrm>
          <a:off x="1054053" y="3093717"/>
          <a:ext cx="10972801" cy="9759892"/>
        </p:xfrm>
        <a:graphic xmlns:a="http://schemas.openxmlformats.org/drawingml/2006/main">
          <a:graphicData uri="http://schemas.openxmlformats.org/drawingml/2006/table">
            <a:tbl>
              <a:tblPr firstCol="1" firstRow="1" lastCol="0" lastRow="0" bandCol="0" bandRow="0" rtl="0">
                <a:tableStyleId>{4C3C2611-4C71-4FC5-86AE-919BDF0F9419}</a:tableStyleId>
              </a:tblPr>
              <a:tblGrid>
                <a:gridCol w="5486400"/>
                <a:gridCol w="5486400"/>
              </a:tblGrid>
              <a:tr h="1394270">
                <a:tc>
                  <a:txBody>
                    <a:bodyPr/>
                    <a:lstStyle/>
                    <a:p>
                      <a:pPr algn="ctr" defTabSz="355600">
                        <a:spcBef>
                          <a:spcPts val="4700"/>
                        </a:spcBef>
                        <a:defRPr b="0" sz="1800"/>
                      </a:pPr>
                      <a:r>
                        <a:rPr sz="4000">
                          <a:solidFill>
                            <a:srgbClr val="535860"/>
                          </a:solidFill>
                          <a:latin typeface="Graphik Light"/>
                          <a:ea typeface="Graphik Light"/>
                          <a:cs typeface="Graphik Light"/>
                          <a:sym typeface="Graphik Light"/>
                        </a:rPr>
                        <a:t>Breadboard</a:t>
                      </a:r>
                    </a:p>
                  </a:txBody>
                  <a:tcPr marL="50800" marR="50800" marT="50800" marB="50800" anchor="ctr" anchorCtr="0" horzOverflow="overflow"/>
                </a:tc>
                <a:tc>
                  <a:txBody>
                    <a:bodyPr/>
                    <a:lstStyle/>
                    <a:p>
                      <a:pPr algn="ctr" defTabSz="914400">
                        <a:defRPr b="0" sz="1800"/>
                      </a:pPr>
                      <a:r>
                        <a:rPr sz="3200">
                          <a:latin typeface="Graphik"/>
                          <a:ea typeface="Graphik"/>
                          <a:cs typeface="Graphik"/>
                        </a:rPr>
                        <a:t>2</a:t>
                      </a:r>
                    </a:p>
                  </a:txBody>
                  <a:tcPr marL="50800" marR="50800" marT="50800" marB="50800" anchor="ctr" anchorCtr="0" horzOverflow="overflow"/>
                </a:tc>
              </a:tr>
              <a:tr h="1394270">
                <a:tc>
                  <a:txBody>
                    <a:bodyPr/>
                    <a:lstStyle/>
                    <a:p>
                      <a:pPr algn="ctr" defTabSz="355600">
                        <a:spcBef>
                          <a:spcPts val="4700"/>
                        </a:spcBef>
                        <a:defRPr b="0" sz="1800"/>
                      </a:pPr>
                      <a:r>
                        <a:rPr sz="4000">
                          <a:solidFill>
                            <a:srgbClr val="535860"/>
                          </a:solidFill>
                          <a:latin typeface="Graphik Light"/>
                          <a:ea typeface="Graphik Light"/>
                          <a:cs typeface="Graphik Light"/>
                          <a:sym typeface="Graphik Light"/>
                        </a:rPr>
                        <a:t>Connecting wires</a:t>
                      </a:r>
                    </a:p>
                  </a:txBody>
                  <a:tcPr marL="50800" marR="50800" marT="50800" marB="50800" anchor="ctr" anchorCtr="0" horzOverflow="overflow"/>
                </a:tc>
                <a:tc>
                  <a:txBody>
                    <a:bodyPr/>
                    <a:lstStyle/>
                    <a:p>
                      <a:pPr algn="ctr" defTabSz="914400">
                        <a:defRPr sz="1800"/>
                      </a:pPr>
                      <a:r>
                        <a:rPr sz="3200">
                          <a:sym typeface="Produkt Extralight"/>
                        </a:rPr>
                        <a:t>As Requried</a:t>
                      </a:r>
                    </a:p>
                  </a:txBody>
                  <a:tcPr marL="50800" marR="50800" marT="50800" marB="50800" anchor="ctr" anchorCtr="0" horzOverflow="overflow"/>
                </a:tc>
              </a:tr>
              <a:tr h="1394270">
                <a:tc>
                  <a:txBody>
                    <a:bodyPr/>
                    <a:lstStyle/>
                    <a:p>
                      <a:pPr algn="ctr" defTabSz="355600">
                        <a:spcBef>
                          <a:spcPts val="4700"/>
                        </a:spcBef>
                        <a:defRPr b="0" sz="1800"/>
                      </a:pPr>
                      <a:r>
                        <a:rPr sz="4000">
                          <a:solidFill>
                            <a:srgbClr val="535860"/>
                          </a:solidFill>
                          <a:latin typeface="Graphik Light"/>
                          <a:ea typeface="Graphik Light"/>
                          <a:cs typeface="Graphik Light"/>
                          <a:sym typeface="Graphik Light"/>
                        </a:rPr>
                        <a:t>AND Gate (IC7408)</a:t>
                      </a:r>
                    </a:p>
                  </a:txBody>
                  <a:tcPr marL="50800" marR="50800" marT="50800" marB="50800" anchor="ctr" anchorCtr="0" horzOverflow="overflow"/>
                </a:tc>
                <a:tc>
                  <a:txBody>
                    <a:bodyPr/>
                    <a:lstStyle/>
                    <a:p>
                      <a:pPr algn="ctr" defTabSz="914400">
                        <a:defRPr sz="1800"/>
                      </a:pPr>
                      <a:r>
                        <a:rPr sz="3200">
                          <a:sym typeface="Produkt Extralight"/>
                        </a:rPr>
                        <a:t>1</a:t>
                      </a:r>
                    </a:p>
                  </a:txBody>
                  <a:tcPr marL="50800" marR="50800" marT="50800" marB="50800" anchor="ctr" anchorCtr="0" horzOverflow="overflow"/>
                </a:tc>
              </a:tr>
              <a:tr h="1394270">
                <a:tc>
                  <a:txBody>
                    <a:bodyPr/>
                    <a:lstStyle/>
                    <a:p>
                      <a:pPr algn="ctr" defTabSz="355600">
                        <a:spcBef>
                          <a:spcPts val="4700"/>
                        </a:spcBef>
                        <a:defRPr b="0" sz="1800"/>
                      </a:pPr>
                      <a:r>
                        <a:rPr sz="4000">
                          <a:solidFill>
                            <a:srgbClr val="535860"/>
                          </a:solidFill>
                          <a:latin typeface="Graphik Light"/>
                          <a:ea typeface="Graphik Light"/>
                          <a:cs typeface="Graphik Light"/>
                          <a:sym typeface="Graphik Light"/>
                        </a:rPr>
                        <a:t>NOR Gate(IC7402)</a:t>
                      </a:r>
                    </a:p>
                  </a:txBody>
                  <a:tcPr marL="50800" marR="50800" marT="50800" marB="50800" anchor="ctr" anchorCtr="0" horzOverflow="overflow"/>
                </a:tc>
                <a:tc>
                  <a:txBody>
                    <a:bodyPr/>
                    <a:lstStyle/>
                    <a:p>
                      <a:pPr algn="ctr" defTabSz="914400">
                        <a:defRPr sz="1800"/>
                      </a:pPr>
                      <a:r>
                        <a:rPr sz="3200">
                          <a:sym typeface="Produkt Extralight"/>
                        </a:rPr>
                        <a:t>1</a:t>
                      </a:r>
                    </a:p>
                  </a:txBody>
                  <a:tcPr marL="50800" marR="50800" marT="50800" marB="50800" anchor="ctr" anchorCtr="0" horzOverflow="overflow"/>
                </a:tc>
              </a:tr>
              <a:tr h="1394270">
                <a:tc>
                  <a:txBody>
                    <a:bodyPr/>
                    <a:lstStyle/>
                    <a:p>
                      <a:pPr algn="ctr" defTabSz="355600">
                        <a:spcBef>
                          <a:spcPts val="4700"/>
                        </a:spcBef>
                        <a:defRPr b="0" sz="1800"/>
                      </a:pPr>
                      <a:r>
                        <a:rPr sz="4000">
                          <a:solidFill>
                            <a:srgbClr val="535860"/>
                          </a:solidFill>
                          <a:latin typeface="Graphik Light"/>
                          <a:ea typeface="Graphik Light"/>
                          <a:cs typeface="Graphik Light"/>
                          <a:sym typeface="Graphik Light"/>
                        </a:rPr>
                        <a:t>JK flipflop(IC74112)</a:t>
                      </a:r>
                    </a:p>
                  </a:txBody>
                  <a:tcPr marL="50800" marR="50800" marT="50800" marB="50800" anchor="ctr" anchorCtr="0" horzOverflow="overflow"/>
                </a:tc>
                <a:tc>
                  <a:txBody>
                    <a:bodyPr/>
                    <a:lstStyle/>
                    <a:p>
                      <a:pPr algn="ctr" defTabSz="914400">
                        <a:defRPr sz="1800"/>
                      </a:pPr>
                      <a:r>
                        <a:rPr sz="3200">
                          <a:sym typeface="Produkt Extralight"/>
                        </a:rPr>
                        <a:t>2</a:t>
                      </a:r>
                    </a:p>
                  </a:txBody>
                  <a:tcPr marL="50800" marR="50800" marT="50800" marB="50800" anchor="ctr" anchorCtr="0" horzOverflow="overflow"/>
                </a:tc>
              </a:tr>
              <a:tr h="1394270">
                <a:tc>
                  <a:txBody>
                    <a:bodyPr/>
                    <a:lstStyle/>
                    <a:p>
                      <a:pPr algn="ctr" defTabSz="355600">
                        <a:spcBef>
                          <a:spcPts val="4700"/>
                        </a:spcBef>
                        <a:defRPr b="0" sz="1800"/>
                      </a:pPr>
                      <a:r>
                        <a:rPr sz="4000">
                          <a:solidFill>
                            <a:srgbClr val="535860"/>
                          </a:solidFill>
                          <a:latin typeface="Graphik Light"/>
                          <a:ea typeface="Graphik Light"/>
                          <a:cs typeface="Graphik Light"/>
                          <a:sym typeface="Graphik Light"/>
                        </a:rPr>
                        <a:t>4⤫1 MUX(IC74153)</a:t>
                      </a:r>
                    </a:p>
                  </a:txBody>
                  <a:tcPr marL="50800" marR="50800" marT="50800" marB="50800" anchor="ctr" anchorCtr="0" horzOverflow="overflow"/>
                </a:tc>
                <a:tc>
                  <a:txBody>
                    <a:bodyPr/>
                    <a:lstStyle/>
                    <a:p>
                      <a:pPr algn="ctr" defTabSz="914400">
                        <a:defRPr sz="1800"/>
                      </a:pPr>
                      <a:r>
                        <a:rPr sz="3200">
                          <a:sym typeface="Produkt Extralight"/>
                        </a:rPr>
                        <a:t>2</a:t>
                      </a:r>
                    </a:p>
                  </a:txBody>
                  <a:tcPr marL="50800" marR="50800" marT="50800" marB="50800" anchor="ctr" anchorCtr="0" horzOverflow="overflow"/>
                </a:tc>
              </a:tr>
              <a:tr h="1394270">
                <a:tc>
                  <a:txBody>
                    <a:bodyPr/>
                    <a:lstStyle/>
                    <a:p>
                      <a:pPr algn="ctr" defTabSz="355600">
                        <a:spcBef>
                          <a:spcPts val="4700"/>
                        </a:spcBef>
                        <a:defRPr b="0" sz="1800"/>
                      </a:pPr>
                      <a:r>
                        <a:rPr sz="4000">
                          <a:solidFill>
                            <a:srgbClr val="535860"/>
                          </a:solidFill>
                          <a:latin typeface="Graphik Light"/>
                          <a:ea typeface="Graphik Light"/>
                          <a:cs typeface="Graphik Light"/>
                          <a:sym typeface="Graphik Light"/>
                        </a:rPr>
                        <a:t>NOT Gate(IC7404)</a:t>
                      </a:r>
                    </a:p>
                  </a:txBody>
                  <a:tcPr marL="50800" marR="50800" marT="50800" marB="50800" anchor="ctr" anchorCtr="0" horzOverflow="overflow"/>
                </a:tc>
                <a:tc>
                  <a:txBody>
                    <a:bodyPr/>
                    <a:lstStyle/>
                    <a:p>
                      <a:pPr algn="ctr" defTabSz="914400">
                        <a:defRPr sz="1800"/>
                      </a:pPr>
                      <a:r>
                        <a:rPr sz="3200">
                          <a:sym typeface="Produkt Extralight"/>
                        </a:rPr>
                        <a:t>1</a:t>
                      </a:r>
                    </a:p>
                  </a:txBody>
                  <a:tcPr marL="50800" marR="50800" marT="50800" marB="50800" anchor="ctr" anchorCtr="0" horzOverflow="overflow"/>
                </a:tc>
              </a:tr>
            </a:tbl>
          </a:graphicData>
        </a:graphic>
      </p:graphicFrame>
      <p:sp>
        <p:nvSpPr>
          <p:cNvPr id="186" name="System Components"/>
          <p:cNvSpPr txBox="1"/>
          <p:nvPr>
            <p:ph type="title"/>
          </p:nvPr>
        </p:nvSpPr>
        <p:spPr>
          <a:prstGeom prst="rect">
            <a:avLst/>
          </a:prstGeom>
        </p:spPr>
        <p:txBody>
          <a:bodyPr/>
          <a:lstStyle>
            <a:lvl1pPr algn="ctr" defTabSz="2316478">
              <a:defRPr sz="9500"/>
            </a:lvl1pPr>
          </a:lstStyle>
          <a:p>
            <a:pPr/>
            <a:r>
              <a:t>System Components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Our project is based on a “Water Level Control System”.…"/>
          <p:cNvSpPr txBox="1"/>
          <p:nvPr>
            <p:ph type="body" sz="half" idx="1"/>
          </p:nvPr>
        </p:nvSpPr>
        <p:spPr>
          <a:xfrm>
            <a:off x="1206500" y="3693943"/>
            <a:ext cx="21971000" cy="3742793"/>
          </a:xfrm>
          <a:prstGeom prst="rect">
            <a:avLst/>
          </a:prstGeom>
        </p:spPr>
        <p:txBody>
          <a:bodyPr lIns="50800" tIns="50800" rIns="50800" bIns="50800"/>
          <a:lstStyle/>
          <a:p>
            <a:pPr algn="ctr" defTabSz="2438400">
              <a:lnSpc>
                <a:spcPct val="90000"/>
              </a:lnSpc>
              <a:defRPr spc="-100" sz="5700"/>
            </a:pPr>
            <a:r>
              <a:t>Our project is based on a “Water Level Control System”.</a:t>
            </a:r>
            <a:endParaRPr spc="-57"/>
          </a:p>
          <a:p>
            <a:pPr algn="ctr" defTabSz="2438400">
              <a:lnSpc>
                <a:spcPct val="90000"/>
              </a:lnSpc>
              <a:defRPr spc="-57" sz="5700"/>
            </a:pPr>
          </a:p>
          <a:p>
            <a:pPr algn="ctr" defTabSz="2438400">
              <a:lnSpc>
                <a:spcPct val="90000"/>
              </a:lnSpc>
              <a:defRPr spc="-100" sz="5700"/>
            </a:pPr>
            <a:r>
              <a:t>The water is controlled in two ways</a:t>
            </a:r>
          </a:p>
        </p:txBody>
      </p:sp>
      <p:sp>
        <p:nvSpPr>
          <p:cNvPr id="189" name="Explanation"/>
          <p:cNvSpPr txBox="1"/>
          <p:nvPr>
            <p:ph type="title"/>
          </p:nvPr>
        </p:nvSpPr>
        <p:spPr>
          <a:prstGeom prst="rect">
            <a:avLst/>
          </a:prstGeom>
        </p:spPr>
        <p:txBody>
          <a:bodyPr/>
          <a:lstStyle>
            <a:lvl1pPr algn="ctr" defTabSz="2316478">
              <a:defRPr sz="9500"/>
            </a:lvl1pPr>
          </a:lstStyle>
          <a:p>
            <a:pPr/>
            <a:r>
              <a:t>Explanation</a:t>
            </a:r>
          </a:p>
        </p:txBody>
      </p:sp>
      <p:sp>
        <p:nvSpPr>
          <p:cNvPr id="190" name="Line"/>
          <p:cNvSpPr/>
          <p:nvPr/>
        </p:nvSpPr>
        <p:spPr>
          <a:xfrm flipH="1">
            <a:off x="7656217" y="6489860"/>
            <a:ext cx="2534245" cy="2534243"/>
          </a:xfrm>
          <a:prstGeom prst="line">
            <a:avLst/>
          </a:prstGeom>
          <a:ln w="63500">
            <a:solidFill>
              <a:srgbClr val="535860"/>
            </a:solidFill>
            <a:miter lim="400000"/>
            <a:tailEnd type="triangle"/>
          </a:ln>
        </p:spPr>
        <p:txBody>
          <a:bodyPr lIns="45718" tIns="45718" rIns="45718" bIns="45718"/>
          <a:lstStyle/>
          <a:p>
            <a:pPr/>
          </a:p>
        </p:txBody>
      </p:sp>
      <p:sp>
        <p:nvSpPr>
          <p:cNvPr id="191" name="Automatic Method"/>
          <p:cNvSpPr txBox="1"/>
          <p:nvPr/>
        </p:nvSpPr>
        <p:spPr>
          <a:xfrm>
            <a:off x="2924298" y="8265854"/>
            <a:ext cx="7925907" cy="362078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defTabSz="2438400">
              <a:lnSpc>
                <a:spcPct val="90000"/>
              </a:lnSpc>
              <a:spcBef>
                <a:spcPts val="0"/>
              </a:spcBef>
              <a:defRPr spc="-57" sz="5700">
                <a:solidFill>
                  <a:srgbClr val="535860"/>
                </a:solidFill>
              </a:defRPr>
            </a:pPr>
          </a:p>
          <a:p>
            <a:pPr defTabSz="2438400">
              <a:lnSpc>
                <a:spcPct val="90000"/>
              </a:lnSpc>
              <a:spcBef>
                <a:spcPts val="0"/>
              </a:spcBef>
              <a:defRPr spc="-57" sz="5700">
                <a:solidFill>
                  <a:srgbClr val="535860"/>
                </a:solidFill>
              </a:defRPr>
            </a:pPr>
          </a:p>
          <a:p>
            <a:pPr defTabSz="2438400">
              <a:lnSpc>
                <a:spcPct val="90000"/>
              </a:lnSpc>
              <a:spcBef>
                <a:spcPts val="0"/>
              </a:spcBef>
              <a:defRPr spc="-57" sz="5700">
                <a:solidFill>
                  <a:srgbClr val="535860"/>
                </a:solidFill>
              </a:defRPr>
            </a:pPr>
            <a:r>
              <a:t>Automatic Method</a:t>
            </a:r>
          </a:p>
        </p:txBody>
      </p:sp>
      <p:sp>
        <p:nvSpPr>
          <p:cNvPr id="192" name="Manual Method."/>
          <p:cNvSpPr txBox="1"/>
          <p:nvPr/>
        </p:nvSpPr>
        <p:spPr>
          <a:xfrm>
            <a:off x="14636967" y="7134841"/>
            <a:ext cx="5618113" cy="362078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ctr" defTabSz="2438400">
              <a:lnSpc>
                <a:spcPct val="90000"/>
              </a:lnSpc>
              <a:spcBef>
                <a:spcPts val="0"/>
              </a:spcBef>
              <a:defRPr spc="-57" sz="5700">
                <a:solidFill>
                  <a:srgbClr val="535860"/>
                </a:solidFill>
              </a:defRPr>
            </a:pPr>
          </a:p>
          <a:p>
            <a:pPr defTabSz="2438400">
              <a:lnSpc>
                <a:spcPct val="90000"/>
              </a:lnSpc>
              <a:spcBef>
                <a:spcPts val="0"/>
              </a:spcBef>
              <a:defRPr spc="-57" sz="5700">
                <a:solidFill>
                  <a:srgbClr val="535860"/>
                </a:solidFill>
              </a:defRPr>
            </a:pPr>
          </a:p>
          <a:p>
            <a:pPr defTabSz="2438400">
              <a:lnSpc>
                <a:spcPct val="90000"/>
              </a:lnSpc>
              <a:spcBef>
                <a:spcPts val="0"/>
              </a:spcBef>
              <a:defRPr spc="-57" sz="5700">
                <a:solidFill>
                  <a:srgbClr val="535860"/>
                </a:solidFill>
              </a:defRPr>
            </a:pPr>
          </a:p>
          <a:p>
            <a:pPr defTabSz="2438400">
              <a:lnSpc>
                <a:spcPct val="90000"/>
              </a:lnSpc>
              <a:spcBef>
                <a:spcPts val="0"/>
              </a:spcBef>
              <a:defRPr spc="-57" sz="5700">
                <a:solidFill>
                  <a:srgbClr val="535860"/>
                </a:solidFill>
              </a:defRPr>
            </a:pPr>
            <a:r>
              <a:t> Manual Method.</a:t>
            </a:r>
          </a:p>
        </p:txBody>
      </p:sp>
      <p:sp>
        <p:nvSpPr>
          <p:cNvPr id="193" name="Line"/>
          <p:cNvSpPr/>
          <p:nvPr/>
        </p:nvSpPr>
        <p:spPr>
          <a:xfrm>
            <a:off x="14585638" y="6514709"/>
            <a:ext cx="2261941" cy="2811319"/>
          </a:xfrm>
          <a:prstGeom prst="line">
            <a:avLst/>
          </a:prstGeom>
          <a:ln w="63500">
            <a:solidFill>
              <a:srgbClr val="535860"/>
            </a:solidFill>
            <a:miter lim="400000"/>
            <a:tailEnd type="triangle"/>
          </a:ln>
        </p:spPr>
        <p:txBody>
          <a:bodyPr lIns="45718" tIns="45718" rIns="45718" bIns="45718"/>
          <a:lstStyle/>
          <a:p>
            <a:pPr/>
          </a:p>
        </p:txBody>
      </p:sp>
      <p:sp>
        <p:nvSpPr>
          <p:cNvPr id="194" name="Cont…"/>
          <p:cNvSpPr txBox="1"/>
          <p:nvPr/>
        </p:nvSpPr>
        <p:spPr>
          <a:xfrm>
            <a:off x="1775223" y="12395237"/>
            <a:ext cx="21971002" cy="10033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lvl1pPr algn="r" defTabSz="825500">
              <a:spcBef>
                <a:spcPts val="0"/>
              </a:spcBef>
              <a:defRPr sz="5500">
                <a:solidFill>
                  <a:srgbClr val="535860"/>
                </a:solidFill>
              </a:defRPr>
            </a:lvl1pPr>
          </a:lstStyle>
          <a:p>
            <a:pPr/>
            <a:r>
              <a:t>Cont…</a:t>
            </a:r>
          </a:p>
        </p:txBody>
      </p:sp>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A Water Level Control System is a technological solution designed to automatically regulate and maintain the water level within a specific range or at a predetermined set point.…"/>
          <p:cNvSpPr txBox="1"/>
          <p:nvPr>
            <p:ph type="body" idx="1"/>
          </p:nvPr>
        </p:nvSpPr>
        <p:spPr>
          <a:xfrm>
            <a:off x="685170" y="4464401"/>
            <a:ext cx="21971002" cy="8256013"/>
          </a:xfrm>
          <a:prstGeom prst="rect">
            <a:avLst/>
          </a:prstGeom>
        </p:spPr>
        <p:txBody>
          <a:bodyPr lIns="50800" tIns="50800" rIns="50800" bIns="50800"/>
          <a:lstStyle/>
          <a:p>
            <a:pPr marL="212597" indent="-212597" defTabSz="2267711">
              <a:lnSpc>
                <a:spcPct val="90000"/>
              </a:lnSpc>
              <a:buSzPct val="100000"/>
              <a:buChar char="•"/>
              <a:defRPr spc="-100" sz="5300"/>
            </a:pPr>
            <a:r>
              <a:t>A Water Level Control System is a technological solution designed to automatically regulate and maintain the water level within a specific range or at a predetermined set point.</a:t>
            </a:r>
            <a:endParaRPr spc="-52"/>
          </a:p>
          <a:p>
            <a:pPr marL="212597" indent="-212597" defTabSz="2267711">
              <a:lnSpc>
                <a:spcPct val="90000"/>
              </a:lnSpc>
              <a:buSzPct val="100000"/>
              <a:buChar char="•"/>
              <a:defRPr spc="-52" sz="5300"/>
            </a:pPr>
          </a:p>
          <a:p>
            <a:pPr marL="212597" indent="-212597" defTabSz="2267711">
              <a:lnSpc>
                <a:spcPct val="90000"/>
              </a:lnSpc>
              <a:buSzPct val="100000"/>
              <a:buChar char="•"/>
              <a:defRPr spc="-100" sz="5300"/>
            </a:pPr>
            <a:r>
              <a:t> This system typically employs float switches to detect the water level and actuator (Relay) to adjust the flow of water accordingly.</a:t>
            </a:r>
            <a:endParaRPr spc="-52"/>
          </a:p>
          <a:p>
            <a:pPr marL="212597" indent="-212597" defTabSz="2267711">
              <a:lnSpc>
                <a:spcPct val="90000"/>
              </a:lnSpc>
              <a:buSzPct val="100000"/>
              <a:buChar char="•"/>
              <a:defRPr spc="-52" sz="5300"/>
            </a:pPr>
          </a:p>
          <a:p>
            <a:pPr marL="212597" indent="-212597" defTabSz="2267711">
              <a:lnSpc>
                <a:spcPct val="90000"/>
              </a:lnSpc>
              <a:buSzPct val="100000"/>
              <a:buChar char="•"/>
              <a:defRPr spc="-100" sz="5300"/>
            </a:pPr>
            <a:r>
              <a:t> It is commonly used in applications where precise and continuous control of water levels is required, such as in industrial processes, irrigation systems, and water treatment plants.</a:t>
            </a:r>
          </a:p>
        </p:txBody>
      </p:sp>
      <p:sp>
        <p:nvSpPr>
          <p:cNvPr id="197" name="Water Level Control System:"/>
          <p:cNvSpPr txBox="1"/>
          <p:nvPr/>
        </p:nvSpPr>
        <p:spPr>
          <a:xfrm>
            <a:off x="4348360" y="503352"/>
            <a:ext cx="16126461" cy="1752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spcBef>
                <a:spcPts val="0"/>
              </a:spcBef>
              <a:defRPr spc="-100" sz="10000">
                <a:solidFill>
                  <a:srgbClr val="535860"/>
                </a:solidFill>
              </a:defRPr>
            </a:lvl1pPr>
          </a:lstStyle>
          <a:p>
            <a:pPr/>
            <a:r>
              <a:t>Water Level Control System:</a:t>
            </a:r>
          </a:p>
        </p:txBody>
      </p:sp>
      <p:sp>
        <p:nvSpPr>
          <p:cNvPr id="198" name="Cont…"/>
          <p:cNvSpPr txBox="1"/>
          <p:nvPr/>
        </p:nvSpPr>
        <p:spPr>
          <a:xfrm>
            <a:off x="1870010" y="12418933"/>
            <a:ext cx="21971002" cy="10033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lvl1pPr algn="r" defTabSz="825500">
              <a:spcBef>
                <a:spcPts val="0"/>
              </a:spcBef>
              <a:defRPr sz="5500">
                <a:solidFill>
                  <a:srgbClr val="535860"/>
                </a:solidFill>
              </a:defRPr>
            </a:lvl1pPr>
          </a:lstStyle>
          <a:p>
            <a:pPr/>
            <a:r>
              <a:t>Cont…</a:t>
            </a:r>
          </a:p>
        </p:txBody>
      </p:sp>
      <p:sp>
        <p:nvSpPr>
          <p:cNvPr id="199" name="1. Automatic :"/>
          <p:cNvSpPr txBox="1"/>
          <p:nvPr/>
        </p:nvSpPr>
        <p:spPr>
          <a:xfrm>
            <a:off x="1076450" y="2836746"/>
            <a:ext cx="4424402" cy="104686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spcBef>
                <a:spcPts val="0"/>
              </a:spcBef>
              <a:defRPr spc="-57" sz="5700" u="sng">
                <a:solidFill>
                  <a:srgbClr val="535860"/>
                </a:solidFill>
              </a:defRPr>
            </a:lvl1pPr>
          </a:lstStyle>
          <a:p>
            <a:pPr/>
            <a:r>
              <a:t>1. Automatic :</a:t>
            </a:r>
          </a:p>
        </p:txBody>
      </p:sp>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The manual method of controlling water levels is designed for users who prefer to operate the system manually, without relying on automated controls.…"/>
          <p:cNvSpPr txBox="1"/>
          <p:nvPr>
            <p:ph type="body" idx="1"/>
          </p:nvPr>
        </p:nvSpPr>
        <p:spPr>
          <a:xfrm>
            <a:off x="1206500" y="4248503"/>
            <a:ext cx="21971000" cy="8256014"/>
          </a:xfrm>
          <a:prstGeom prst="rect">
            <a:avLst/>
          </a:prstGeom>
        </p:spPr>
        <p:txBody>
          <a:bodyPr lIns="50800" tIns="50800" rIns="50800" bIns="50800"/>
          <a:lstStyle/>
          <a:p>
            <a:pPr marL="228600" indent="-228600" defTabSz="2438400">
              <a:lnSpc>
                <a:spcPct val="90000"/>
              </a:lnSpc>
              <a:buSzPct val="100000"/>
              <a:buChar char="•"/>
              <a:defRPr spc="-100" sz="5000"/>
            </a:pPr>
            <a:r>
              <a:t>The manual method of controlling water levels is designed for users who prefer to operate the system manually, without relying on automated controls.</a:t>
            </a:r>
            <a:endParaRPr spc="-50"/>
          </a:p>
          <a:p>
            <a:pPr marL="228600" indent="-228600" defTabSz="2438400">
              <a:lnSpc>
                <a:spcPct val="90000"/>
              </a:lnSpc>
              <a:buSzPct val="100000"/>
              <a:buChar char="•"/>
              <a:defRPr spc="-50" sz="5000"/>
            </a:pPr>
          </a:p>
          <a:p>
            <a:pPr marL="228600" indent="-228600" defTabSz="2438400">
              <a:lnSpc>
                <a:spcPct val="90000"/>
              </a:lnSpc>
              <a:buSzPct val="100000"/>
              <a:buChar char="•"/>
              <a:defRPr spc="-100" sz="5000"/>
            </a:pPr>
            <a:r>
              <a:t> This method provides users with the flexibility to control the water level according to their specific needs and preferences, but it may require more attention and effort compared to automated systems.</a:t>
            </a:r>
          </a:p>
        </p:txBody>
      </p:sp>
      <p:sp>
        <p:nvSpPr>
          <p:cNvPr id="202" name="2. Manual Method:"/>
          <p:cNvSpPr txBox="1"/>
          <p:nvPr/>
        </p:nvSpPr>
        <p:spPr>
          <a:xfrm>
            <a:off x="1315431" y="1737391"/>
            <a:ext cx="6134253" cy="104686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lnSpc>
                <a:spcPct val="90000"/>
              </a:lnSpc>
              <a:spcBef>
                <a:spcPts val="0"/>
              </a:spcBef>
              <a:defRPr spc="-57" sz="5700" u="sng">
                <a:solidFill>
                  <a:srgbClr val="535860"/>
                </a:solidFill>
              </a:defRPr>
            </a:lvl1pPr>
          </a:lstStyle>
          <a:p>
            <a:pPr/>
            <a:r>
              <a:t>2. Manual Method:</a:t>
            </a:r>
          </a:p>
        </p:txBody>
      </p:sp>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Simulation"/>
          <p:cNvSpPr txBox="1"/>
          <p:nvPr>
            <p:ph type="title"/>
          </p:nvPr>
        </p:nvSpPr>
        <p:spPr>
          <a:prstGeom prst="rect">
            <a:avLst/>
          </a:prstGeom>
        </p:spPr>
        <p:txBody>
          <a:bodyPr/>
          <a:lstStyle>
            <a:lvl1pPr algn="ctr" defTabSz="2316478">
              <a:defRPr sz="9500"/>
            </a:lvl1pPr>
          </a:lstStyle>
          <a:p>
            <a:pPr/>
            <a:r>
              <a:t>Simulation </a:t>
            </a:r>
          </a:p>
        </p:txBody>
      </p:sp>
      <p:pic>
        <p:nvPicPr>
          <p:cNvPr id="205" name="image.png" descr="image.png"/>
          <p:cNvPicPr>
            <a:picLocks noChangeAspect="1"/>
          </p:cNvPicPr>
          <p:nvPr/>
        </p:nvPicPr>
        <p:blipFill>
          <a:blip r:embed="rId2">
            <a:extLst/>
          </a:blip>
          <a:stretch>
            <a:fillRect/>
          </a:stretch>
        </p:blipFill>
        <p:spPr>
          <a:xfrm>
            <a:off x="1595572" y="2850252"/>
            <a:ext cx="21002205" cy="9313073"/>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7" name="image.png" descr="image.png"/>
          <p:cNvPicPr>
            <a:picLocks noChangeAspect="1"/>
          </p:cNvPicPr>
          <p:nvPr/>
        </p:nvPicPr>
        <p:blipFill>
          <a:blip r:embed="rId2">
            <a:extLst/>
          </a:blip>
          <a:stretch>
            <a:fillRect/>
          </a:stretch>
        </p:blipFill>
        <p:spPr>
          <a:xfrm>
            <a:off x="2660568" y="-352415"/>
            <a:ext cx="19062863" cy="8453103"/>
          </a:xfrm>
          <a:prstGeom prst="rect">
            <a:avLst/>
          </a:prstGeom>
          <a:ln w="12700">
            <a:miter lim="400000"/>
          </a:ln>
        </p:spPr>
      </p:pic>
      <p:sp>
        <p:nvSpPr>
          <p:cNvPr id="208" name="If switch is in LOW it depicts automatic mode and when HIGH it depicts Manual mode."/>
          <p:cNvSpPr txBox="1"/>
          <p:nvPr>
            <p:ph type="body" idx="1"/>
          </p:nvPr>
        </p:nvSpPr>
        <p:spPr>
          <a:xfrm>
            <a:off x="1206500" y="8460523"/>
            <a:ext cx="21971000" cy="8256013"/>
          </a:xfrm>
          <a:prstGeom prst="rect">
            <a:avLst/>
          </a:prstGeom>
        </p:spPr>
        <p:txBody>
          <a:bodyPr lIns="50800" tIns="50800" rIns="50800" bIns="50800"/>
          <a:lstStyle/>
          <a:p>
            <a:pPr lvl="1" marL="1028700" indent="-571500" defTabSz="355600">
              <a:spcBef>
                <a:spcPts val="4000"/>
              </a:spcBef>
              <a:defRPr sz="5000">
                <a:latin typeface="Graphik Light"/>
                <a:ea typeface="Graphik Light"/>
                <a:cs typeface="Graphik Light"/>
                <a:sym typeface="Graphik Light"/>
              </a:defRPr>
            </a:pPr>
            <a:r>
              <a:t>If switch is in LOW it depicts automatic mode and when HIGH it depicts Manual mode.</a:t>
            </a:r>
          </a:p>
        </p:txBody>
      </p:sp>
      <p:grpSp>
        <p:nvGrpSpPr>
          <p:cNvPr id="211" name="Oval"/>
          <p:cNvGrpSpPr/>
          <p:nvPr/>
        </p:nvGrpSpPr>
        <p:grpSpPr>
          <a:xfrm>
            <a:off x="9489288" y="153619"/>
            <a:ext cx="4866695" cy="2105619"/>
            <a:chOff x="0" y="0"/>
            <a:chExt cx="4866694" cy="2105617"/>
          </a:xfrm>
        </p:grpSpPr>
        <p:sp>
          <p:nvSpPr>
            <p:cNvPr id="209" name="Oval"/>
            <p:cNvSpPr/>
            <p:nvPr/>
          </p:nvSpPr>
          <p:spPr>
            <a:xfrm>
              <a:off x="50800" y="50798"/>
              <a:ext cx="4765095" cy="2004022"/>
            </a:xfrm>
            <a:prstGeom prst="ellipse">
              <a:avLst/>
            </a:prstGeom>
            <a:solidFill>
              <a:srgbClr val="2B171B">
                <a:alpha val="0"/>
              </a:srgbClr>
            </a:solidFill>
            <a:ln w="12700" cap="flat">
              <a:noFill/>
              <a:miter lim="400000"/>
            </a:ln>
            <a:effectLst/>
          </p:spPr>
          <p:txBody>
            <a:bodyPr wrap="square" lIns="50800" tIns="50800" rIns="50800" bIns="50800" numCol="1" anchor="ctr">
              <a:noAutofit/>
            </a:bodyPr>
            <a:lstStyle/>
            <a:p>
              <a:pPr algn="ctr" defTabSz="825500">
                <a:spcBef>
                  <a:spcPts val="0"/>
                </a:spcBef>
                <a:defRPr sz="3200">
                  <a:solidFill>
                    <a:srgbClr val="FFFFFF"/>
                  </a:solidFill>
                  <a:latin typeface="Graphik Light"/>
                  <a:ea typeface="Graphik Light"/>
                  <a:cs typeface="Graphik Light"/>
                  <a:sym typeface="Graphik Light"/>
                </a:defRPr>
              </a:pPr>
            </a:p>
          </p:txBody>
        </p:sp>
        <p:pic>
          <p:nvPicPr>
            <p:cNvPr id="210" name="Oval Oval" descr="Oval Oval"/>
            <p:cNvPicPr>
              <a:picLocks noChangeAspect="1"/>
            </p:cNvPicPr>
            <p:nvPr/>
          </p:nvPicPr>
          <p:blipFill>
            <a:blip r:embed="rId3">
              <a:alphaModFix amt="50000"/>
              <a:extLst/>
            </a:blip>
            <a:stretch>
              <a:fillRect/>
            </a:stretch>
          </p:blipFill>
          <p:spPr>
            <a:xfrm>
              <a:off x="-1" y="0"/>
              <a:ext cx="4866695" cy="2105619"/>
            </a:xfrm>
            <a:prstGeom prst="rect">
              <a:avLst/>
            </a:prstGeom>
            <a:ln w="12700" cap="flat">
              <a:noFill/>
              <a:miter lim="400000"/>
            </a:ln>
            <a:effectLst/>
          </p:spPr>
        </p:pic>
      </p:grpSp>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3" name="image.png" descr="image.png"/>
          <p:cNvPicPr>
            <a:picLocks noChangeAspect="1"/>
          </p:cNvPicPr>
          <p:nvPr/>
        </p:nvPicPr>
        <p:blipFill>
          <a:blip r:embed="rId2">
            <a:extLst/>
          </a:blip>
          <a:stretch>
            <a:fillRect/>
          </a:stretch>
        </p:blipFill>
        <p:spPr>
          <a:xfrm>
            <a:off x="3176160" y="1537953"/>
            <a:ext cx="19120601" cy="8478707"/>
          </a:xfrm>
          <a:prstGeom prst="rect">
            <a:avLst/>
          </a:prstGeom>
          <a:ln w="12700">
            <a:miter lim="400000"/>
          </a:ln>
        </p:spPr>
      </p:pic>
      <p:grpSp>
        <p:nvGrpSpPr>
          <p:cNvPr id="216" name="Oval"/>
          <p:cNvGrpSpPr/>
          <p:nvPr/>
        </p:nvGrpSpPr>
        <p:grpSpPr>
          <a:xfrm>
            <a:off x="16300750" y="4770440"/>
            <a:ext cx="1885302" cy="2831780"/>
            <a:chOff x="0" y="0"/>
            <a:chExt cx="1885301" cy="2831778"/>
          </a:xfrm>
        </p:grpSpPr>
        <p:sp>
          <p:nvSpPr>
            <p:cNvPr id="214" name="Oval"/>
            <p:cNvSpPr/>
            <p:nvPr/>
          </p:nvSpPr>
          <p:spPr>
            <a:xfrm>
              <a:off x="69849" y="69848"/>
              <a:ext cx="1745603" cy="2692081"/>
            </a:xfrm>
            <a:prstGeom prst="ellipse">
              <a:avLst/>
            </a:prstGeom>
            <a:solidFill>
              <a:srgbClr val="2B171B">
                <a:alpha val="0"/>
              </a:srgbClr>
            </a:solidFill>
            <a:ln w="12700" cap="flat">
              <a:noFill/>
              <a:miter lim="400000"/>
            </a:ln>
            <a:effectLst/>
          </p:spPr>
          <p:txBody>
            <a:bodyPr wrap="square" lIns="50800" tIns="50800" rIns="50800" bIns="50800" numCol="1" anchor="ctr">
              <a:noAutofit/>
            </a:bodyPr>
            <a:lstStyle/>
            <a:p>
              <a:pPr algn="ctr" defTabSz="825500">
                <a:spcBef>
                  <a:spcPts val="0"/>
                </a:spcBef>
                <a:defRPr sz="3200">
                  <a:solidFill>
                    <a:srgbClr val="FFFFFF"/>
                  </a:solidFill>
                  <a:latin typeface="Graphik Light"/>
                  <a:ea typeface="Graphik Light"/>
                  <a:cs typeface="Graphik Light"/>
                  <a:sym typeface="Graphik Light"/>
                </a:defRPr>
              </a:pPr>
            </a:p>
          </p:txBody>
        </p:sp>
        <p:pic>
          <p:nvPicPr>
            <p:cNvPr id="215" name="Oval Oval" descr="Oval Oval"/>
            <p:cNvPicPr>
              <a:picLocks noChangeAspect="1"/>
            </p:cNvPicPr>
            <p:nvPr/>
          </p:nvPicPr>
          <p:blipFill>
            <a:blip r:embed="rId3">
              <a:alphaModFix amt="50000"/>
              <a:extLst/>
            </a:blip>
            <a:stretch>
              <a:fillRect/>
            </a:stretch>
          </p:blipFill>
          <p:spPr>
            <a:xfrm>
              <a:off x="0" y="-1"/>
              <a:ext cx="1885302" cy="2831780"/>
            </a:xfrm>
            <a:prstGeom prst="rect">
              <a:avLst/>
            </a:prstGeom>
            <a:ln w="12700" cap="flat">
              <a:noFill/>
              <a:miter lim="400000"/>
            </a:ln>
            <a:effectLst/>
          </p:spPr>
        </p:pic>
      </p:grpSp>
      <p:sp>
        <p:nvSpPr>
          <p:cNvPr id="217" name="Cont…"/>
          <p:cNvSpPr txBox="1"/>
          <p:nvPr>
            <p:ph type="body" sz="quarter" idx="1"/>
          </p:nvPr>
        </p:nvSpPr>
        <p:spPr>
          <a:xfrm>
            <a:off x="1490861" y="12292378"/>
            <a:ext cx="21971002" cy="1003302"/>
          </a:xfrm>
          <a:prstGeom prst="rect">
            <a:avLst/>
          </a:prstGeom>
        </p:spPr>
        <p:txBody>
          <a:bodyPr/>
          <a:lstStyle>
            <a:lvl1pPr algn="r"/>
          </a:lstStyle>
          <a:p>
            <a:pPr/>
            <a:r>
              <a:t>Cont…</a:t>
            </a:r>
          </a:p>
        </p:txBody>
      </p:sp>
      <p:sp>
        <p:nvSpPr>
          <p:cNvPr id="218" name="Now This Automatic/ Manual switch acts as select line to the encircled Multiplexers (2⤫1)."/>
          <p:cNvSpPr txBox="1"/>
          <p:nvPr>
            <p:ph type="body" idx="21"/>
          </p:nvPr>
        </p:nvSpPr>
        <p:spPr>
          <a:xfrm>
            <a:off x="1750960" y="9977118"/>
            <a:ext cx="21971002" cy="8256013"/>
          </a:xfrm>
          <a:prstGeom prst="rect">
            <a:avLst/>
          </a:prstGeom>
          <a:extLst>
            <a:ext uri="{C572A759-6A51-4108-AA02-DFA0A04FC94B}">
              <ma14:wrappingTextBoxFlag xmlns:ma14="http://schemas.microsoft.com/office/mac/drawingml/2011/main" val="1"/>
            </a:ext>
          </a:extLst>
        </p:spPr>
        <p:txBody>
          <a:bodyPr/>
          <a:lstStyle/>
          <a:p>
            <a:pPr lvl="1" marL="685800" indent="-228600">
              <a:spcBef>
                <a:spcPts val="6000"/>
              </a:spcBef>
              <a:defRPr sz="5000"/>
            </a:pPr>
            <a:r>
              <a:t>Now This Automatic/ Manual switch acts as select line to the encircled Multiplexers (2⤫1).</a:t>
            </a:r>
          </a:p>
        </p:txBody>
      </p:sp>
      <p:sp>
        <p:nvSpPr>
          <p:cNvPr id="219" name="Working"/>
          <p:cNvSpPr txBox="1"/>
          <p:nvPr>
            <p:ph type="title"/>
          </p:nvPr>
        </p:nvSpPr>
        <p:spPr>
          <a:xfrm>
            <a:off x="1206500" y="18883"/>
            <a:ext cx="21971000" cy="1689101"/>
          </a:xfrm>
          <a:prstGeom prst="rect">
            <a:avLst/>
          </a:prstGeom>
        </p:spPr>
        <p:txBody>
          <a:bodyPr/>
          <a:lstStyle>
            <a:lvl1pPr algn="ctr" defTabSz="2316478">
              <a:defRPr sz="9500"/>
            </a:lvl1pPr>
          </a:lstStyle>
          <a:p>
            <a:pPr/>
            <a:r>
              <a:t>Working</a:t>
            </a:r>
          </a:p>
        </p:txBody>
      </p:sp>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221" name="Table 1"/>
          <p:cNvGraphicFramePr/>
          <p:nvPr/>
        </p:nvGraphicFramePr>
        <p:xfrm>
          <a:off x="3737883" y="4326117"/>
          <a:ext cx="21423325" cy="9557831"/>
        </p:xfrm>
        <a:graphic xmlns:a="http://schemas.openxmlformats.org/drawingml/2006/main">
          <a:graphicData uri="http://schemas.openxmlformats.org/drawingml/2006/table">
            <a:tbl>
              <a:tblPr firstCol="1" firstRow="1" lastCol="0" lastRow="0" bandCol="0" bandRow="1" rtl="0">
                <a:tableStyleId>{4C3C2611-4C71-4FC5-86AE-919BDF0F9419}</a:tableStyleId>
              </a:tblPr>
              <a:tblGrid>
                <a:gridCol w="5352656"/>
                <a:gridCol w="5352656"/>
                <a:gridCol w="5352656"/>
              </a:tblGrid>
              <a:tr h="1837401">
                <a:tc>
                  <a:txBody>
                    <a:bodyPr/>
                    <a:lstStyle/>
                    <a:p>
                      <a:pPr indent="457200" algn="ctr">
                        <a:defRPr sz="5000">
                          <a:latin typeface="Times New Roman"/>
                          <a:ea typeface="Times New Roman"/>
                          <a:cs typeface="Times New Roman"/>
                          <a:sym typeface="Times New Roman"/>
                        </a:defRPr>
                      </a:pPr>
                    </a:p>
                  </a:txBody>
                  <a:tcPr marL="0" marR="0" marT="0" marB="0" anchor="ctr" anchorCtr="0" horzOverflow="overflow"/>
                </a:tc>
                <a:tc>
                  <a:txBody>
                    <a:bodyPr/>
                    <a:lstStyle/>
                    <a:p>
                      <a:pPr indent="457200" algn="ctr">
                        <a:defRPr b="0" sz="1800"/>
                      </a:pPr>
                      <a:r>
                        <a:rPr b="1" sz="5000">
                          <a:latin typeface="Times New Roman"/>
                          <a:ea typeface="Times New Roman"/>
                          <a:cs typeface="Times New Roman"/>
                          <a:sym typeface="Times New Roman"/>
                        </a:rPr>
                        <a:t>J</a:t>
                      </a:r>
                    </a:p>
                  </a:txBody>
                  <a:tcPr marL="0" marR="0" marT="0" marB="0" anchor="ctr" anchorCtr="0" horzOverflow="overflow"/>
                </a:tc>
                <a:tc>
                  <a:txBody>
                    <a:bodyPr/>
                    <a:lstStyle/>
                    <a:p>
                      <a:pPr indent="457200" algn="ctr">
                        <a:defRPr b="0" sz="1800"/>
                      </a:pPr>
                      <a:r>
                        <a:rPr b="1" sz="5000">
                          <a:latin typeface="Times New Roman"/>
                          <a:ea typeface="Times New Roman"/>
                          <a:cs typeface="Times New Roman"/>
                          <a:sym typeface="Times New Roman"/>
                        </a:rPr>
                        <a:t>K</a:t>
                      </a:r>
                    </a:p>
                  </a:txBody>
                  <a:tcPr marL="0" marR="0" marT="0" marB="0" anchor="ctr" anchorCtr="0" horzOverflow="overflow"/>
                </a:tc>
              </a:tr>
              <a:tr h="1837401">
                <a:tc>
                  <a:txBody>
                    <a:bodyPr/>
                    <a:lstStyle/>
                    <a:p>
                      <a:pPr indent="457200" algn="ctr">
                        <a:defRPr b="0" sz="1800"/>
                      </a:pPr>
                      <a:r>
                        <a:rPr sz="5000">
                          <a:sym typeface="Produkt Extralight"/>
                        </a:rPr>
                        <a:t>On</a:t>
                      </a:r>
                    </a:p>
                  </a:txBody>
                  <a:tcPr marL="0" marR="0" marT="0" marB="0" anchor="ctr" anchorCtr="0" horzOverflow="overflow"/>
                </a:tc>
                <a:tc>
                  <a:txBody>
                    <a:bodyPr/>
                    <a:lstStyle/>
                    <a:p>
                      <a:pPr indent="457200" algn="ctr">
                        <a:defRPr sz="1800"/>
                      </a:pPr>
                      <a:r>
                        <a:rPr sz="5000">
                          <a:sym typeface="Produkt Extralight"/>
                        </a:rPr>
                        <a:t>1</a:t>
                      </a:r>
                    </a:p>
                  </a:txBody>
                  <a:tcPr marL="0" marR="0" marT="0" marB="0" anchor="ctr" anchorCtr="0" horzOverflow="overflow"/>
                </a:tc>
                <a:tc>
                  <a:txBody>
                    <a:bodyPr/>
                    <a:lstStyle/>
                    <a:p>
                      <a:pPr indent="457200" algn="ctr">
                        <a:defRPr sz="1800"/>
                      </a:pPr>
                      <a:r>
                        <a:rPr sz="5000">
                          <a:sym typeface="Produkt Extralight"/>
                        </a:rPr>
                        <a:t>0</a:t>
                      </a:r>
                    </a:p>
                  </a:txBody>
                  <a:tcPr marL="0" marR="0" marT="0" marB="0" anchor="ctr" anchorCtr="0" horzOverflow="overflow"/>
                </a:tc>
              </a:tr>
              <a:tr h="1837401">
                <a:tc>
                  <a:txBody>
                    <a:bodyPr/>
                    <a:lstStyle/>
                    <a:p>
                      <a:pPr indent="457200" algn="ctr">
                        <a:defRPr b="0" sz="1800"/>
                      </a:pPr>
                      <a:r>
                        <a:rPr sz="5000">
                          <a:sym typeface="Produkt Extralight"/>
                        </a:rPr>
                        <a:t>Off</a:t>
                      </a:r>
                    </a:p>
                  </a:txBody>
                  <a:tcPr marL="0" marR="0" marT="0" marB="0" anchor="ctr" anchorCtr="0" horzOverflow="overflow"/>
                </a:tc>
                <a:tc>
                  <a:txBody>
                    <a:bodyPr/>
                    <a:lstStyle/>
                    <a:p>
                      <a:pPr indent="457200" algn="ctr">
                        <a:defRPr sz="1800"/>
                      </a:pPr>
                      <a:r>
                        <a:rPr sz="5000">
                          <a:sym typeface="Produkt Extralight"/>
                        </a:rPr>
                        <a:t>0</a:t>
                      </a:r>
                    </a:p>
                  </a:txBody>
                  <a:tcPr marL="0" marR="0" marT="0" marB="0" anchor="ctr" anchorCtr="0" horzOverflow="overflow"/>
                </a:tc>
                <a:tc>
                  <a:txBody>
                    <a:bodyPr/>
                    <a:lstStyle/>
                    <a:p>
                      <a:pPr indent="457200" algn="ctr">
                        <a:defRPr sz="1800"/>
                      </a:pPr>
                      <a:r>
                        <a:rPr sz="5000">
                          <a:sym typeface="Produkt Extralight"/>
                        </a:rPr>
                        <a:t>1</a:t>
                      </a:r>
                    </a:p>
                  </a:txBody>
                  <a:tcPr marL="0" marR="0" marT="0" marB="0" anchor="ctr" anchorCtr="0" horzOverflow="overflow"/>
                </a:tc>
              </a:tr>
            </a:tbl>
          </a:graphicData>
        </a:graphic>
      </p:graphicFrame>
      <p:sp>
        <p:nvSpPr>
          <p:cNvPr id="222" name="Manual Mode"/>
          <p:cNvSpPr txBox="1"/>
          <p:nvPr>
            <p:ph type="title"/>
          </p:nvPr>
        </p:nvSpPr>
        <p:spPr>
          <a:xfrm>
            <a:off x="1206500" y="635000"/>
            <a:ext cx="21971000" cy="1689100"/>
          </a:xfrm>
          <a:prstGeom prst="rect">
            <a:avLst/>
          </a:prstGeom>
        </p:spPr>
        <p:txBody>
          <a:bodyPr anchor="t"/>
          <a:lstStyle>
            <a:lvl1pPr algn="ctr" defTabSz="2316478">
              <a:defRPr spc="-100" sz="9500"/>
            </a:lvl1pPr>
          </a:lstStyle>
          <a:p>
            <a:pPr/>
            <a:r>
              <a:t>Manual Mode</a:t>
            </a:r>
          </a:p>
        </p:txBody>
      </p:sp>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Oval"/>
          <p:cNvSpPr/>
          <p:nvPr/>
        </p:nvSpPr>
        <p:spPr>
          <a:xfrm>
            <a:off x="15250532" y="3609816"/>
            <a:ext cx="2688893" cy="3126380"/>
          </a:xfrm>
          <a:prstGeom prst="ellipse">
            <a:avLst/>
          </a:prstGeom>
          <a:solidFill>
            <a:srgbClr val="2B171B">
              <a:alpha val="0"/>
            </a:srgbClr>
          </a:solidFill>
          <a:ln w="12700">
            <a:miter lim="400000"/>
          </a:ln>
        </p:spPr>
        <p:txBody>
          <a:bodyPr lIns="50800" tIns="50800" rIns="50800" bIns="50800" anchor="ctr"/>
          <a:lstStyle/>
          <a:p>
            <a:pPr algn="ctr" defTabSz="825500">
              <a:spcBef>
                <a:spcPts val="0"/>
              </a:spcBef>
              <a:defRPr sz="3200">
                <a:solidFill>
                  <a:srgbClr val="FFFFFF"/>
                </a:solidFill>
                <a:latin typeface="Graphik Light"/>
                <a:ea typeface="Graphik Light"/>
                <a:cs typeface="Graphik Light"/>
                <a:sym typeface="Graphik Light"/>
              </a:defRPr>
            </a:pPr>
          </a:p>
        </p:txBody>
      </p:sp>
      <p:grpSp>
        <p:nvGrpSpPr>
          <p:cNvPr id="227" name="Group"/>
          <p:cNvGrpSpPr/>
          <p:nvPr/>
        </p:nvGrpSpPr>
        <p:grpSpPr>
          <a:xfrm>
            <a:off x="5934824" y="1790320"/>
            <a:ext cx="13414125" cy="6229665"/>
            <a:chOff x="0" y="0"/>
            <a:chExt cx="13414123" cy="6229663"/>
          </a:xfrm>
        </p:grpSpPr>
        <p:pic>
          <p:nvPicPr>
            <p:cNvPr id="225" name="43B1CFD6-04E6-46B6-9E79-D403D6A1884A.png" descr="43B1CFD6-04E6-46B6-9E79-D403D6A1884A.png"/>
            <p:cNvPicPr>
              <a:picLocks noChangeAspect="1"/>
            </p:cNvPicPr>
            <p:nvPr/>
          </p:nvPicPr>
          <p:blipFill>
            <a:blip r:embed="rId2">
              <a:extLst/>
            </a:blip>
            <a:stretch>
              <a:fillRect/>
            </a:stretch>
          </p:blipFill>
          <p:spPr>
            <a:xfrm>
              <a:off x="0" y="0"/>
              <a:ext cx="13414124" cy="6229664"/>
            </a:xfrm>
            <a:prstGeom prst="rect">
              <a:avLst/>
            </a:prstGeom>
            <a:ln w="12700" cap="flat">
              <a:noFill/>
              <a:miter lim="400000"/>
            </a:ln>
            <a:effectLst/>
          </p:spPr>
        </p:pic>
        <p:pic>
          <p:nvPicPr>
            <p:cNvPr id="226" name="Oval Oval" descr="Oval Oval"/>
            <p:cNvPicPr>
              <a:picLocks noChangeAspect="1"/>
            </p:cNvPicPr>
            <p:nvPr/>
          </p:nvPicPr>
          <p:blipFill>
            <a:blip r:embed="rId3">
              <a:alphaModFix amt="50000"/>
              <a:extLst/>
            </a:blip>
            <a:stretch>
              <a:fillRect/>
            </a:stretch>
          </p:blipFill>
          <p:spPr>
            <a:xfrm>
              <a:off x="9214652" y="1718439"/>
              <a:ext cx="2891003" cy="3328493"/>
            </a:xfrm>
            <a:prstGeom prst="rect">
              <a:avLst/>
            </a:prstGeom>
            <a:ln w="12700" cap="flat">
              <a:noFill/>
              <a:miter lim="400000"/>
            </a:ln>
            <a:effectLst/>
          </p:spPr>
        </p:pic>
      </p:grpSp>
      <p:sp>
        <p:nvSpPr>
          <p:cNvPr id="228" name="In automatic mode, the NOR GATE output and the output from the 4⤫1 MUX serve as inputs to MUX 1 and MUX 2, respectively.…"/>
          <p:cNvSpPr txBox="1"/>
          <p:nvPr>
            <p:ph type="body" idx="1"/>
          </p:nvPr>
        </p:nvSpPr>
        <p:spPr>
          <a:xfrm>
            <a:off x="1206500" y="8460523"/>
            <a:ext cx="21971000" cy="8256013"/>
          </a:xfrm>
          <a:prstGeom prst="rect">
            <a:avLst/>
          </a:prstGeom>
        </p:spPr>
        <p:txBody>
          <a:bodyPr lIns="50800" tIns="50800" rIns="50800" bIns="50800"/>
          <a:lstStyle/>
          <a:p>
            <a:pPr lvl="1" marL="685800" indent="-228600" defTabSz="355600">
              <a:spcBef>
                <a:spcPts val="4500"/>
              </a:spcBef>
              <a:defRPr sz="5000">
                <a:latin typeface="Graphik Light"/>
                <a:ea typeface="Graphik Light"/>
                <a:cs typeface="Graphik Light"/>
                <a:sym typeface="Graphik Light"/>
              </a:defRPr>
            </a:pPr>
            <a:r>
              <a:t>In automatic mode, the NOR GATE output and the output from the 4⤫1 MUX serve as inputs to MUX 1 and MUX 2, respectively. </a:t>
            </a:r>
          </a:p>
          <a:p>
            <a:pPr lvl="1" marL="685800" indent="-228600" defTabSz="355600">
              <a:spcBef>
                <a:spcPts val="4500"/>
              </a:spcBef>
              <a:defRPr sz="5000">
                <a:latin typeface="Graphik Light"/>
                <a:ea typeface="Graphik Light"/>
                <a:cs typeface="Graphik Light"/>
                <a:sym typeface="Graphik Light"/>
              </a:defRPr>
            </a:pPr>
            <a:r>
              <a:t>The outputs of MUX 1 and MUX 2 then become the inputs for the              JK flip-flop.</a:t>
            </a:r>
          </a:p>
        </p:txBody>
      </p:sp>
      <p:sp>
        <p:nvSpPr>
          <p:cNvPr id="229" name="Working"/>
          <p:cNvSpPr txBox="1"/>
          <p:nvPr>
            <p:ph type="title"/>
          </p:nvPr>
        </p:nvSpPr>
        <p:spPr>
          <a:xfrm>
            <a:off x="1206500" y="18883"/>
            <a:ext cx="21971000" cy="1689101"/>
          </a:xfrm>
          <a:prstGeom prst="rect">
            <a:avLst/>
          </a:prstGeom>
        </p:spPr>
        <p:txBody>
          <a:bodyPr/>
          <a:lstStyle>
            <a:lvl1pPr algn="ctr" defTabSz="2316478">
              <a:defRPr sz="9500"/>
            </a:lvl1pPr>
          </a:lstStyle>
          <a:p>
            <a:pPr/>
            <a:r>
              <a:t>Working</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31" name="pasted-movie.png" descr="pasted-movie.png"/>
          <p:cNvPicPr>
            <a:picLocks noChangeAspect="1"/>
          </p:cNvPicPr>
          <p:nvPr/>
        </p:nvPicPr>
        <p:blipFill>
          <a:blip r:embed="rId2">
            <a:extLst/>
          </a:blip>
          <a:srcRect l="0" t="5744" r="0" b="0"/>
          <a:stretch>
            <a:fillRect/>
          </a:stretch>
        </p:blipFill>
        <p:spPr>
          <a:xfrm>
            <a:off x="5922900" y="3283722"/>
            <a:ext cx="10502025" cy="3499261"/>
          </a:xfrm>
          <a:prstGeom prst="rect">
            <a:avLst/>
          </a:prstGeom>
          <a:ln w="12700">
            <a:miter lim="400000"/>
          </a:ln>
        </p:spPr>
      </p:pic>
      <p:sp>
        <p:nvSpPr>
          <p:cNvPr id="232" name="Working"/>
          <p:cNvSpPr txBox="1"/>
          <p:nvPr>
            <p:ph type="title"/>
          </p:nvPr>
        </p:nvSpPr>
        <p:spPr>
          <a:prstGeom prst="rect">
            <a:avLst/>
          </a:prstGeom>
        </p:spPr>
        <p:txBody>
          <a:bodyPr/>
          <a:lstStyle>
            <a:lvl1pPr algn="ctr" defTabSz="2316478">
              <a:defRPr sz="9500"/>
            </a:lvl1pPr>
          </a:lstStyle>
          <a:p>
            <a:pPr/>
            <a:r>
              <a:t>Working</a:t>
            </a:r>
          </a:p>
        </p:txBody>
      </p:sp>
      <p:sp>
        <p:nvSpPr>
          <p:cNvPr id="233" name="By Default the inputs fed to JKFF 1 is J = 1 and K = 1. Clock is assigned by the LEVEL SELECTOR which intact given by the user."/>
          <p:cNvSpPr txBox="1"/>
          <p:nvPr/>
        </p:nvSpPr>
        <p:spPr>
          <a:xfrm>
            <a:off x="2303495" y="7289745"/>
            <a:ext cx="19777010" cy="691288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lvl="1" marL="685800" indent="-228600">
              <a:spcBef>
                <a:spcPts val="6000"/>
              </a:spcBef>
              <a:buSzPct val="100000"/>
              <a:buChar char="•"/>
              <a:defRPr sz="5000">
                <a:solidFill>
                  <a:srgbClr val="535860"/>
                </a:solidFill>
                <a:latin typeface="Graphik Light"/>
                <a:ea typeface="Graphik Light"/>
                <a:cs typeface="Graphik Light"/>
                <a:sym typeface="Graphik Light"/>
              </a:defRPr>
            </a:pPr>
          </a:p>
          <a:p>
            <a:pPr lvl="1" marL="685800" indent="-228600">
              <a:spcBef>
                <a:spcPts val="6000"/>
              </a:spcBef>
              <a:buSzPct val="100000"/>
              <a:buChar char="•"/>
              <a:defRPr sz="5000">
                <a:solidFill>
                  <a:srgbClr val="535860"/>
                </a:solidFill>
                <a:latin typeface="Graphik Light"/>
                <a:ea typeface="Graphik Light"/>
                <a:cs typeface="Graphik Light"/>
                <a:sym typeface="Graphik Light"/>
              </a:defRPr>
            </a:pPr>
            <a:r>
              <a:t>  By Default the inputs fed to JKFF 1 is J = 1 and K = 1. Clock is assigned by the </a:t>
            </a:r>
            <a:r>
              <a:rPr u="sng"/>
              <a:t>LEVEL SELECTOR</a:t>
            </a:r>
            <a:r>
              <a:t> which intact given by the user.</a:t>
            </a:r>
          </a:p>
        </p:txBody>
      </p:sp>
      <p:sp>
        <p:nvSpPr>
          <p:cNvPr id="234" name="Cont…"/>
          <p:cNvSpPr txBox="1"/>
          <p:nvPr/>
        </p:nvSpPr>
        <p:spPr>
          <a:xfrm>
            <a:off x="1490861" y="12292379"/>
            <a:ext cx="21971002" cy="10033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lvl1pPr algn="r" defTabSz="825500">
              <a:spcBef>
                <a:spcPts val="0"/>
              </a:spcBef>
              <a:defRPr sz="5500">
                <a:solidFill>
                  <a:srgbClr val="535860"/>
                </a:solidFill>
              </a:defRPr>
            </a:lvl1pPr>
          </a:lstStyle>
          <a:p>
            <a:pPr/>
            <a:r>
              <a:t>Cont…</a:t>
            </a:r>
          </a:p>
        </p:txBody>
      </p:sp>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 name="Cont…"/>
          <p:cNvSpPr txBox="1"/>
          <p:nvPr>
            <p:ph type="body" sz="quarter" idx="1"/>
          </p:nvPr>
        </p:nvSpPr>
        <p:spPr>
          <a:xfrm>
            <a:off x="1490861" y="12292378"/>
            <a:ext cx="21971002" cy="1003302"/>
          </a:xfrm>
          <a:prstGeom prst="rect">
            <a:avLst/>
          </a:prstGeom>
        </p:spPr>
        <p:txBody>
          <a:bodyPr/>
          <a:lstStyle>
            <a:lvl1pPr algn="r"/>
          </a:lstStyle>
          <a:p>
            <a:pPr/>
            <a:r>
              <a:t>Cont…</a:t>
            </a:r>
          </a:p>
        </p:txBody>
      </p:sp>
      <p:sp>
        <p:nvSpPr>
          <p:cNvPr id="237" name="The output of JKFF1 is connected as the input to JKFF2, further the outputs of JKFF1 and JKFF2 are connected as select lines to the mux(4⤫1)."/>
          <p:cNvSpPr txBox="1"/>
          <p:nvPr>
            <p:ph type="body" idx="21"/>
          </p:nvPr>
        </p:nvSpPr>
        <p:spPr>
          <a:xfrm>
            <a:off x="922138" y="9645661"/>
            <a:ext cx="21971002" cy="8256013"/>
          </a:xfrm>
          <a:prstGeom prst="rect">
            <a:avLst/>
          </a:prstGeom>
          <a:extLst>
            <a:ext uri="{C572A759-6A51-4108-AA02-DFA0A04FC94B}">
              <ma14:wrappingTextBoxFlag xmlns:ma14="http://schemas.microsoft.com/office/mac/drawingml/2011/main" val="1"/>
            </a:ext>
          </a:extLst>
        </p:spPr>
        <p:txBody>
          <a:bodyPr/>
          <a:lstStyle/>
          <a:p>
            <a:pPr lvl="1" marL="685800" indent="-228600">
              <a:spcBef>
                <a:spcPts val="6000"/>
              </a:spcBef>
              <a:defRPr sz="5000"/>
            </a:pPr>
            <a:r>
              <a:t> The output of JKFF1 is connected as the input to JKFF2, further the outputs of JKFF1 and JKFF2 are connected as select lines to the mux(4⤫1).</a:t>
            </a:r>
          </a:p>
        </p:txBody>
      </p:sp>
      <p:sp>
        <p:nvSpPr>
          <p:cNvPr id="238" name="Rounded Rectangle"/>
          <p:cNvSpPr/>
          <p:nvPr/>
        </p:nvSpPr>
        <p:spPr>
          <a:xfrm>
            <a:off x="9760394" y="6673239"/>
            <a:ext cx="2995517" cy="1270002"/>
          </a:xfrm>
          <a:prstGeom prst="roundRect">
            <a:avLst>
              <a:gd name="adj" fmla="val 15000"/>
            </a:avLst>
          </a:prstGeom>
          <a:solidFill>
            <a:srgbClr val="F1F8FF"/>
          </a:solidFill>
          <a:ln w="12700">
            <a:miter lim="400000"/>
          </a:ln>
        </p:spPr>
        <p:txBody>
          <a:bodyPr lIns="50800" tIns="50800" rIns="50800" bIns="50800" anchor="ctr"/>
          <a:lstStyle/>
          <a:p>
            <a:pPr algn="ctr" defTabSz="825500">
              <a:spcBef>
                <a:spcPts val="0"/>
              </a:spcBef>
              <a:defRPr sz="3200">
                <a:solidFill>
                  <a:srgbClr val="535860"/>
                </a:solidFill>
                <a:latin typeface="Graphik Light"/>
                <a:ea typeface="Graphik Light"/>
                <a:cs typeface="Graphik Light"/>
                <a:sym typeface="Graphik Light"/>
              </a:defRPr>
            </a:pPr>
          </a:p>
        </p:txBody>
      </p:sp>
      <p:pic>
        <p:nvPicPr>
          <p:cNvPr id="239" name="image.png" descr="image.png"/>
          <p:cNvPicPr>
            <a:picLocks noChangeAspect="1"/>
          </p:cNvPicPr>
          <p:nvPr/>
        </p:nvPicPr>
        <p:blipFill>
          <a:blip r:embed="rId2">
            <a:extLst/>
          </a:blip>
          <a:stretch>
            <a:fillRect/>
          </a:stretch>
        </p:blipFill>
        <p:spPr>
          <a:xfrm>
            <a:off x="4598034" y="2743561"/>
            <a:ext cx="14619210" cy="6482640"/>
          </a:xfrm>
          <a:prstGeom prst="rect">
            <a:avLst/>
          </a:prstGeom>
          <a:ln w="12700">
            <a:miter lim="400000"/>
          </a:ln>
        </p:spPr>
      </p:pic>
      <p:grpSp>
        <p:nvGrpSpPr>
          <p:cNvPr id="242" name="Oval"/>
          <p:cNvGrpSpPr/>
          <p:nvPr/>
        </p:nvGrpSpPr>
        <p:grpSpPr>
          <a:xfrm>
            <a:off x="5120562" y="3914791"/>
            <a:ext cx="6964509" cy="5397207"/>
            <a:chOff x="0" y="-1"/>
            <a:chExt cx="6964508" cy="5397206"/>
          </a:xfrm>
        </p:grpSpPr>
        <p:sp>
          <p:nvSpPr>
            <p:cNvPr id="240" name="Oval"/>
            <p:cNvSpPr/>
            <p:nvPr/>
          </p:nvSpPr>
          <p:spPr>
            <a:xfrm>
              <a:off x="50799" y="50799"/>
              <a:ext cx="6862909" cy="5295608"/>
            </a:xfrm>
            <a:prstGeom prst="ellipse">
              <a:avLst/>
            </a:prstGeom>
            <a:solidFill>
              <a:srgbClr val="2B171B">
                <a:alpha val="0"/>
              </a:srgbClr>
            </a:solidFill>
            <a:ln w="12700" cap="flat">
              <a:noFill/>
              <a:miter lim="400000"/>
            </a:ln>
            <a:effectLst/>
          </p:spPr>
          <p:txBody>
            <a:bodyPr wrap="square" lIns="50800" tIns="50800" rIns="50800" bIns="50800" numCol="1" anchor="ctr">
              <a:noAutofit/>
            </a:bodyPr>
            <a:lstStyle/>
            <a:p>
              <a:pPr algn="ctr" defTabSz="825500">
                <a:spcBef>
                  <a:spcPts val="0"/>
                </a:spcBef>
                <a:defRPr sz="3200">
                  <a:solidFill>
                    <a:srgbClr val="FFFFFF"/>
                  </a:solidFill>
                  <a:latin typeface="Graphik Light"/>
                  <a:ea typeface="Graphik Light"/>
                  <a:cs typeface="Graphik Light"/>
                  <a:sym typeface="Graphik Light"/>
                </a:defRPr>
              </a:pPr>
            </a:p>
          </p:txBody>
        </p:sp>
        <p:pic>
          <p:nvPicPr>
            <p:cNvPr id="241" name="Oval Oval" descr="Oval Oval"/>
            <p:cNvPicPr>
              <a:picLocks noChangeAspect="1"/>
            </p:cNvPicPr>
            <p:nvPr/>
          </p:nvPicPr>
          <p:blipFill>
            <a:blip r:embed="rId3">
              <a:alphaModFix amt="50000"/>
              <a:extLst/>
            </a:blip>
            <a:stretch>
              <a:fillRect/>
            </a:stretch>
          </p:blipFill>
          <p:spPr>
            <a:xfrm>
              <a:off x="0" y="-2"/>
              <a:ext cx="6964509" cy="5397208"/>
            </a:xfrm>
            <a:prstGeom prst="rect">
              <a:avLst/>
            </a:prstGeom>
            <a:ln w="12700" cap="flat">
              <a:noFill/>
              <a:miter lim="400000"/>
            </a:ln>
            <a:effectLst/>
          </p:spPr>
        </p:pic>
      </p:grpSp>
      <p:sp>
        <p:nvSpPr>
          <p:cNvPr id="243" name="Working"/>
          <p:cNvSpPr txBox="1"/>
          <p:nvPr>
            <p:ph type="title"/>
          </p:nvPr>
        </p:nvSpPr>
        <p:spPr>
          <a:prstGeom prst="rect">
            <a:avLst/>
          </a:prstGeom>
        </p:spPr>
        <p:txBody>
          <a:bodyPr/>
          <a:lstStyle>
            <a:lvl1pPr algn="ctr" defTabSz="2316478">
              <a:defRPr sz="9500"/>
            </a:lvl1pPr>
          </a:lstStyle>
          <a:p>
            <a:pPr/>
            <a:r>
              <a:t>Working</a:t>
            </a:r>
          </a:p>
        </p:txBody>
      </p:sp>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5" name="Cont…"/>
          <p:cNvSpPr txBox="1"/>
          <p:nvPr>
            <p:ph type="body" sz="quarter" idx="1"/>
          </p:nvPr>
        </p:nvSpPr>
        <p:spPr>
          <a:xfrm>
            <a:off x="1490861" y="12292378"/>
            <a:ext cx="21971002" cy="1003302"/>
          </a:xfrm>
          <a:prstGeom prst="rect">
            <a:avLst/>
          </a:prstGeom>
        </p:spPr>
        <p:txBody>
          <a:bodyPr/>
          <a:lstStyle>
            <a:lvl1pPr algn="r"/>
          </a:lstStyle>
          <a:p>
            <a:pPr/>
            <a:r>
              <a:t>Cont…</a:t>
            </a:r>
          </a:p>
        </p:txBody>
      </p:sp>
      <p:sp>
        <p:nvSpPr>
          <p:cNvPr id="246" name="Similarly, the same outputs of JKFF1 and JKFF2 are connected as inputs to the 2×4 Decoder in order to reflect the input provided by the user at the LEVEL SELECTOR."/>
          <p:cNvSpPr txBox="1"/>
          <p:nvPr>
            <p:ph type="body" idx="21"/>
          </p:nvPr>
        </p:nvSpPr>
        <p:spPr>
          <a:xfrm>
            <a:off x="1490861" y="9424320"/>
            <a:ext cx="21971002" cy="8256011"/>
          </a:xfrm>
          <a:prstGeom prst="rect">
            <a:avLst/>
          </a:prstGeom>
          <a:extLst>
            <a:ext uri="{C572A759-6A51-4108-AA02-DFA0A04FC94B}">
              <ma14:wrappingTextBoxFlag xmlns:ma14="http://schemas.microsoft.com/office/mac/drawingml/2011/main" val="1"/>
            </a:ext>
          </a:extLst>
        </p:spPr>
        <p:txBody>
          <a:bodyPr/>
          <a:lstStyle/>
          <a:p>
            <a:pPr lvl="1" marL="685800" indent="-228600">
              <a:spcBef>
                <a:spcPts val="6000"/>
              </a:spcBef>
              <a:defRPr sz="5000"/>
            </a:pPr>
            <a:r>
              <a:t>Similarly, the same outputs of JKFF1 and JKFF2 are connected as inputs to the 2×4 Decoder in order to reflect the input provided by the user at the </a:t>
            </a:r>
            <a:r>
              <a:rPr u="sng"/>
              <a:t>LEVEL SELECTOR</a:t>
            </a:r>
            <a:r>
              <a:t>.</a:t>
            </a:r>
          </a:p>
        </p:txBody>
      </p:sp>
      <p:sp>
        <p:nvSpPr>
          <p:cNvPr id="247" name="Rounded Rectangle"/>
          <p:cNvSpPr/>
          <p:nvPr/>
        </p:nvSpPr>
        <p:spPr>
          <a:xfrm>
            <a:off x="9760394" y="6673239"/>
            <a:ext cx="2995517" cy="1270002"/>
          </a:xfrm>
          <a:prstGeom prst="roundRect">
            <a:avLst>
              <a:gd name="adj" fmla="val 15000"/>
            </a:avLst>
          </a:prstGeom>
          <a:solidFill>
            <a:srgbClr val="F1F8FF"/>
          </a:solidFill>
          <a:ln w="12700">
            <a:miter lim="400000"/>
          </a:ln>
        </p:spPr>
        <p:txBody>
          <a:bodyPr lIns="50800" tIns="50800" rIns="50800" bIns="50800" anchor="ctr"/>
          <a:lstStyle/>
          <a:p>
            <a:pPr algn="ctr" defTabSz="825500">
              <a:spcBef>
                <a:spcPts val="0"/>
              </a:spcBef>
              <a:defRPr sz="3200">
                <a:solidFill>
                  <a:srgbClr val="535860"/>
                </a:solidFill>
                <a:latin typeface="Graphik Light"/>
                <a:ea typeface="Graphik Light"/>
                <a:cs typeface="Graphik Light"/>
                <a:sym typeface="Graphik Light"/>
              </a:defRPr>
            </a:pPr>
          </a:p>
        </p:txBody>
      </p:sp>
      <p:pic>
        <p:nvPicPr>
          <p:cNvPr id="248" name="image.png" descr="image.png"/>
          <p:cNvPicPr>
            <a:picLocks noChangeAspect="1"/>
          </p:cNvPicPr>
          <p:nvPr/>
        </p:nvPicPr>
        <p:blipFill>
          <a:blip r:embed="rId2">
            <a:extLst/>
          </a:blip>
          <a:stretch>
            <a:fillRect/>
          </a:stretch>
        </p:blipFill>
        <p:spPr>
          <a:xfrm>
            <a:off x="5166757" y="2248858"/>
            <a:ext cx="14619210" cy="6482641"/>
          </a:xfrm>
          <a:prstGeom prst="rect">
            <a:avLst/>
          </a:prstGeom>
          <a:ln w="12700">
            <a:miter lim="400000"/>
          </a:ln>
        </p:spPr>
      </p:pic>
      <p:grpSp>
        <p:nvGrpSpPr>
          <p:cNvPr id="251" name="Oval"/>
          <p:cNvGrpSpPr/>
          <p:nvPr/>
        </p:nvGrpSpPr>
        <p:grpSpPr>
          <a:xfrm>
            <a:off x="10960015" y="5195925"/>
            <a:ext cx="3253647" cy="1951243"/>
            <a:chOff x="-1" y="0"/>
            <a:chExt cx="3253645" cy="1951241"/>
          </a:xfrm>
        </p:grpSpPr>
        <p:sp>
          <p:nvSpPr>
            <p:cNvPr id="249" name="Oval"/>
            <p:cNvSpPr/>
            <p:nvPr/>
          </p:nvSpPr>
          <p:spPr>
            <a:xfrm>
              <a:off x="50799" y="50800"/>
              <a:ext cx="3152047" cy="1849642"/>
            </a:xfrm>
            <a:prstGeom prst="ellipse">
              <a:avLst/>
            </a:prstGeom>
            <a:solidFill>
              <a:srgbClr val="2B171B">
                <a:alpha val="0"/>
              </a:srgbClr>
            </a:solidFill>
            <a:ln w="12700" cap="flat">
              <a:noFill/>
              <a:miter lim="400000"/>
            </a:ln>
            <a:effectLst/>
          </p:spPr>
          <p:txBody>
            <a:bodyPr wrap="square" lIns="50800" tIns="50800" rIns="50800" bIns="50800" numCol="1" anchor="ctr">
              <a:noAutofit/>
            </a:bodyPr>
            <a:lstStyle/>
            <a:p>
              <a:pPr algn="ctr" defTabSz="825500">
                <a:spcBef>
                  <a:spcPts val="0"/>
                </a:spcBef>
                <a:defRPr sz="3200">
                  <a:solidFill>
                    <a:srgbClr val="FFFFFF"/>
                  </a:solidFill>
                  <a:latin typeface="Graphik Light"/>
                  <a:ea typeface="Graphik Light"/>
                  <a:cs typeface="Graphik Light"/>
                  <a:sym typeface="Graphik Light"/>
                </a:defRPr>
              </a:pPr>
            </a:p>
          </p:txBody>
        </p:sp>
        <p:pic>
          <p:nvPicPr>
            <p:cNvPr id="250" name="Oval Oval" descr="Oval Oval"/>
            <p:cNvPicPr>
              <a:picLocks noChangeAspect="1"/>
            </p:cNvPicPr>
            <p:nvPr/>
          </p:nvPicPr>
          <p:blipFill>
            <a:blip r:embed="rId3">
              <a:alphaModFix amt="50000"/>
              <a:extLst/>
            </a:blip>
            <a:stretch>
              <a:fillRect/>
            </a:stretch>
          </p:blipFill>
          <p:spPr>
            <a:xfrm>
              <a:off x="-2" y="0"/>
              <a:ext cx="3253647" cy="1951242"/>
            </a:xfrm>
            <a:prstGeom prst="rect">
              <a:avLst/>
            </a:prstGeom>
            <a:ln w="12700" cap="flat">
              <a:noFill/>
              <a:miter lim="400000"/>
            </a:ln>
            <a:effectLst/>
          </p:spPr>
        </p:pic>
      </p:grpSp>
      <p:sp>
        <p:nvSpPr>
          <p:cNvPr id="252" name="Working"/>
          <p:cNvSpPr txBox="1"/>
          <p:nvPr>
            <p:ph type="title"/>
          </p:nvPr>
        </p:nvSpPr>
        <p:spPr>
          <a:prstGeom prst="rect">
            <a:avLst/>
          </a:prstGeom>
        </p:spPr>
        <p:txBody>
          <a:bodyPr/>
          <a:lstStyle>
            <a:lvl1pPr algn="ctr" defTabSz="2316478">
              <a:defRPr sz="9500"/>
            </a:lvl1pPr>
          </a:lstStyle>
          <a:p>
            <a:pPr/>
            <a:r>
              <a:t>Working</a:t>
            </a:r>
          </a:p>
        </p:txBody>
      </p:sp>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Cont…"/>
          <p:cNvSpPr txBox="1"/>
          <p:nvPr>
            <p:ph type="body" sz="quarter" idx="1"/>
          </p:nvPr>
        </p:nvSpPr>
        <p:spPr>
          <a:xfrm>
            <a:off x="1490861" y="12292378"/>
            <a:ext cx="21971002" cy="1003302"/>
          </a:xfrm>
          <a:prstGeom prst="rect">
            <a:avLst/>
          </a:prstGeom>
        </p:spPr>
        <p:txBody>
          <a:bodyPr/>
          <a:lstStyle>
            <a:lvl1pPr algn="r"/>
          </a:lstStyle>
          <a:p>
            <a:pPr/>
            <a:r>
              <a:t>Cont…</a:t>
            </a:r>
          </a:p>
        </p:txBody>
      </p:sp>
      <p:sp>
        <p:nvSpPr>
          <p:cNvPr id="255" name="These float switches are connected to 4⤫1 mux.…"/>
          <p:cNvSpPr txBox="1"/>
          <p:nvPr>
            <p:ph type="body" idx="21"/>
          </p:nvPr>
        </p:nvSpPr>
        <p:spPr>
          <a:xfrm>
            <a:off x="1490861" y="8666022"/>
            <a:ext cx="21971002" cy="8256013"/>
          </a:xfrm>
          <a:prstGeom prst="rect">
            <a:avLst/>
          </a:prstGeom>
          <a:extLst>
            <a:ext uri="{C572A759-6A51-4108-AA02-DFA0A04FC94B}">
              <ma14:wrappingTextBoxFlag xmlns:ma14="http://schemas.microsoft.com/office/mac/drawingml/2011/main" val="1"/>
            </a:ext>
          </a:extLst>
        </p:spPr>
        <p:txBody>
          <a:bodyPr/>
          <a:lstStyle/>
          <a:p>
            <a:pPr lvl="1" marL="685800" indent="-228600">
              <a:spcBef>
                <a:spcPts val="4500"/>
              </a:spcBef>
              <a:defRPr sz="5000"/>
            </a:pPr>
            <a:r>
              <a:t>These float switches are connected to 4⤫1 mux.</a:t>
            </a:r>
          </a:p>
          <a:p>
            <a:pPr lvl="1" marL="685800" indent="-228600">
              <a:spcBef>
                <a:spcPts val="4500"/>
              </a:spcBef>
              <a:defRPr sz="5000"/>
            </a:pPr>
            <a:r>
              <a:t>Float switches facilitate automatic tank filling according to the desired input from the user.</a:t>
            </a:r>
          </a:p>
        </p:txBody>
      </p:sp>
      <p:sp>
        <p:nvSpPr>
          <p:cNvPr id="256" name="Rounded Rectangle"/>
          <p:cNvSpPr/>
          <p:nvPr/>
        </p:nvSpPr>
        <p:spPr>
          <a:xfrm>
            <a:off x="9760394" y="6673239"/>
            <a:ext cx="2995517" cy="1270002"/>
          </a:xfrm>
          <a:prstGeom prst="roundRect">
            <a:avLst>
              <a:gd name="adj" fmla="val 15000"/>
            </a:avLst>
          </a:prstGeom>
          <a:solidFill>
            <a:srgbClr val="F1F8FF"/>
          </a:solidFill>
          <a:ln w="12700">
            <a:miter lim="400000"/>
          </a:ln>
        </p:spPr>
        <p:txBody>
          <a:bodyPr lIns="50800" tIns="50800" rIns="50800" bIns="50800" anchor="ctr"/>
          <a:lstStyle/>
          <a:p>
            <a:pPr algn="ctr" defTabSz="825500">
              <a:spcBef>
                <a:spcPts val="0"/>
              </a:spcBef>
              <a:defRPr sz="3200">
                <a:solidFill>
                  <a:srgbClr val="535860"/>
                </a:solidFill>
                <a:latin typeface="Graphik Light"/>
                <a:ea typeface="Graphik Light"/>
                <a:cs typeface="Graphik Light"/>
                <a:sym typeface="Graphik Light"/>
              </a:defRPr>
            </a:pPr>
          </a:p>
        </p:txBody>
      </p:sp>
      <p:pic>
        <p:nvPicPr>
          <p:cNvPr id="257" name="image.png" descr="image.png"/>
          <p:cNvPicPr>
            <a:picLocks noChangeAspect="1"/>
          </p:cNvPicPr>
          <p:nvPr/>
        </p:nvPicPr>
        <p:blipFill>
          <a:blip r:embed="rId2">
            <a:extLst/>
          </a:blip>
          <a:stretch>
            <a:fillRect/>
          </a:stretch>
        </p:blipFill>
        <p:spPr>
          <a:xfrm>
            <a:off x="4882396" y="2367341"/>
            <a:ext cx="14619209" cy="6482641"/>
          </a:xfrm>
          <a:prstGeom prst="rect">
            <a:avLst/>
          </a:prstGeom>
          <a:ln w="12700">
            <a:miter lim="400000"/>
          </a:ln>
        </p:spPr>
      </p:pic>
      <p:grpSp>
        <p:nvGrpSpPr>
          <p:cNvPr id="260" name="Oval"/>
          <p:cNvGrpSpPr/>
          <p:nvPr/>
        </p:nvGrpSpPr>
        <p:grpSpPr>
          <a:xfrm>
            <a:off x="9160216" y="5597263"/>
            <a:ext cx="2839138" cy="2521473"/>
            <a:chOff x="0" y="0"/>
            <a:chExt cx="2839137" cy="2521471"/>
          </a:xfrm>
        </p:grpSpPr>
        <p:sp>
          <p:nvSpPr>
            <p:cNvPr id="258" name="Oval"/>
            <p:cNvSpPr/>
            <p:nvPr/>
          </p:nvSpPr>
          <p:spPr>
            <a:xfrm>
              <a:off x="50799" y="50800"/>
              <a:ext cx="2737538" cy="2419872"/>
            </a:xfrm>
            <a:prstGeom prst="ellipse">
              <a:avLst/>
            </a:prstGeom>
            <a:solidFill>
              <a:srgbClr val="2B171B">
                <a:alpha val="0"/>
              </a:srgbClr>
            </a:solidFill>
            <a:ln w="12700" cap="flat">
              <a:noFill/>
              <a:miter lim="400000"/>
            </a:ln>
            <a:effectLst/>
          </p:spPr>
          <p:txBody>
            <a:bodyPr wrap="square" lIns="50800" tIns="50800" rIns="50800" bIns="50800" numCol="1" anchor="ctr">
              <a:noAutofit/>
            </a:bodyPr>
            <a:lstStyle/>
            <a:p>
              <a:pPr algn="ctr" defTabSz="825500">
                <a:spcBef>
                  <a:spcPts val="0"/>
                </a:spcBef>
                <a:defRPr sz="3200">
                  <a:solidFill>
                    <a:srgbClr val="FFFFFF"/>
                  </a:solidFill>
                  <a:latin typeface="Graphik Light"/>
                  <a:ea typeface="Graphik Light"/>
                  <a:cs typeface="Graphik Light"/>
                  <a:sym typeface="Graphik Light"/>
                </a:defRPr>
              </a:pPr>
            </a:p>
          </p:txBody>
        </p:sp>
        <p:pic>
          <p:nvPicPr>
            <p:cNvPr id="259" name="Oval Oval" descr="Oval Oval"/>
            <p:cNvPicPr>
              <a:picLocks noChangeAspect="1"/>
            </p:cNvPicPr>
            <p:nvPr/>
          </p:nvPicPr>
          <p:blipFill>
            <a:blip r:embed="rId3">
              <a:alphaModFix amt="50000"/>
              <a:extLst/>
            </a:blip>
            <a:stretch>
              <a:fillRect/>
            </a:stretch>
          </p:blipFill>
          <p:spPr>
            <a:xfrm>
              <a:off x="-1" y="-1"/>
              <a:ext cx="2839139" cy="2521472"/>
            </a:xfrm>
            <a:prstGeom prst="rect">
              <a:avLst/>
            </a:prstGeom>
            <a:ln w="12700" cap="flat">
              <a:noFill/>
              <a:miter lim="400000"/>
            </a:ln>
            <a:effectLst/>
          </p:spPr>
        </p:pic>
      </p:grpSp>
      <p:sp>
        <p:nvSpPr>
          <p:cNvPr id="261" name="Working"/>
          <p:cNvSpPr txBox="1"/>
          <p:nvPr>
            <p:ph type="title"/>
          </p:nvPr>
        </p:nvSpPr>
        <p:spPr>
          <a:prstGeom prst="rect">
            <a:avLst/>
          </a:prstGeom>
        </p:spPr>
        <p:txBody>
          <a:bodyPr/>
          <a:lstStyle>
            <a:lvl1pPr algn="ctr" defTabSz="2316478">
              <a:defRPr sz="9500"/>
            </a:lvl1pPr>
          </a:lstStyle>
          <a:p>
            <a:pPr/>
            <a:r>
              <a:t>Working</a:t>
            </a:r>
          </a:p>
        </p:txBody>
      </p:sp>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63" name="image.png" descr="image.png"/>
          <p:cNvPicPr>
            <a:picLocks noChangeAspect="1"/>
          </p:cNvPicPr>
          <p:nvPr/>
        </p:nvPicPr>
        <p:blipFill>
          <a:blip r:embed="rId2">
            <a:extLst/>
          </a:blip>
          <a:stretch>
            <a:fillRect/>
          </a:stretch>
        </p:blipFill>
        <p:spPr>
          <a:xfrm>
            <a:off x="4882396" y="2367341"/>
            <a:ext cx="14619209" cy="6482641"/>
          </a:xfrm>
          <a:prstGeom prst="rect">
            <a:avLst/>
          </a:prstGeom>
          <a:ln w="12700">
            <a:miter lim="400000"/>
          </a:ln>
        </p:spPr>
      </p:pic>
      <p:sp>
        <p:nvSpPr>
          <p:cNvPr id="264" name="Cont…"/>
          <p:cNvSpPr txBox="1"/>
          <p:nvPr>
            <p:ph type="body" sz="quarter" idx="1"/>
          </p:nvPr>
        </p:nvSpPr>
        <p:spPr>
          <a:xfrm>
            <a:off x="1490861" y="12292378"/>
            <a:ext cx="21971002" cy="1003302"/>
          </a:xfrm>
          <a:prstGeom prst="rect">
            <a:avLst/>
          </a:prstGeom>
        </p:spPr>
        <p:txBody>
          <a:bodyPr/>
          <a:lstStyle>
            <a:lvl1pPr algn="r"/>
          </a:lstStyle>
          <a:p>
            <a:pPr/>
            <a:r>
              <a:t>Cont…</a:t>
            </a:r>
          </a:p>
        </p:txBody>
      </p:sp>
      <p:sp>
        <p:nvSpPr>
          <p:cNvPr id="265" name="When the user selects Automatic mode, if the water level drops below a certain threshold (set at 25%), the motor turns on automatically."/>
          <p:cNvSpPr txBox="1"/>
          <p:nvPr>
            <p:ph type="body" idx="21"/>
          </p:nvPr>
        </p:nvSpPr>
        <p:spPr>
          <a:xfrm>
            <a:off x="1490861" y="8893223"/>
            <a:ext cx="21971002" cy="8256013"/>
          </a:xfrm>
          <a:prstGeom prst="rect">
            <a:avLst/>
          </a:prstGeom>
          <a:extLst>
            <a:ext uri="{C572A759-6A51-4108-AA02-DFA0A04FC94B}">
              <ma14:wrappingTextBoxFlag xmlns:ma14="http://schemas.microsoft.com/office/mac/drawingml/2011/main" val="1"/>
            </a:ext>
          </a:extLst>
        </p:spPr>
        <p:txBody>
          <a:bodyPr/>
          <a:lstStyle/>
          <a:p>
            <a:pPr lvl="1" marL="685800" indent="-228600">
              <a:spcBef>
                <a:spcPts val="6000"/>
              </a:spcBef>
              <a:defRPr sz="5000"/>
            </a:pPr>
            <a:r>
              <a:t>When the user selects Automatic mode, if the water level drops below a certain threshold (set at 25%), the motor turns on automatically.</a:t>
            </a:r>
          </a:p>
        </p:txBody>
      </p:sp>
      <p:grpSp>
        <p:nvGrpSpPr>
          <p:cNvPr id="268" name="Oval"/>
          <p:cNvGrpSpPr/>
          <p:nvPr/>
        </p:nvGrpSpPr>
        <p:grpSpPr>
          <a:xfrm>
            <a:off x="12589772" y="3953252"/>
            <a:ext cx="6347189" cy="3724220"/>
            <a:chOff x="0" y="0"/>
            <a:chExt cx="6347187" cy="3724219"/>
          </a:xfrm>
        </p:grpSpPr>
        <p:sp>
          <p:nvSpPr>
            <p:cNvPr id="266" name="Oval"/>
            <p:cNvSpPr/>
            <p:nvPr/>
          </p:nvSpPr>
          <p:spPr>
            <a:xfrm>
              <a:off x="50800" y="50799"/>
              <a:ext cx="6245588" cy="3622621"/>
            </a:xfrm>
            <a:prstGeom prst="ellipse">
              <a:avLst/>
            </a:prstGeom>
            <a:solidFill>
              <a:srgbClr val="2B171B">
                <a:alpha val="0"/>
              </a:srgbClr>
            </a:solidFill>
            <a:ln w="12700" cap="flat">
              <a:noFill/>
              <a:miter lim="400000"/>
            </a:ln>
            <a:effectLst/>
          </p:spPr>
          <p:txBody>
            <a:bodyPr wrap="square" lIns="50800" tIns="50800" rIns="50800" bIns="50800" numCol="1" anchor="ctr">
              <a:noAutofit/>
            </a:bodyPr>
            <a:lstStyle/>
            <a:p>
              <a:pPr algn="ctr" defTabSz="825500">
                <a:spcBef>
                  <a:spcPts val="0"/>
                </a:spcBef>
                <a:defRPr sz="3200">
                  <a:solidFill>
                    <a:srgbClr val="FFFFFF"/>
                  </a:solidFill>
                  <a:latin typeface="Graphik Light"/>
                  <a:ea typeface="Graphik Light"/>
                  <a:cs typeface="Graphik Light"/>
                  <a:sym typeface="Graphik Light"/>
                </a:defRPr>
              </a:pPr>
            </a:p>
          </p:txBody>
        </p:sp>
        <p:pic>
          <p:nvPicPr>
            <p:cNvPr id="267" name="Oval Oval" descr="Oval Oval"/>
            <p:cNvPicPr>
              <a:picLocks noChangeAspect="1"/>
            </p:cNvPicPr>
            <p:nvPr/>
          </p:nvPicPr>
          <p:blipFill>
            <a:blip r:embed="rId3">
              <a:alphaModFix amt="50000"/>
              <a:extLst/>
            </a:blip>
            <a:stretch>
              <a:fillRect/>
            </a:stretch>
          </p:blipFill>
          <p:spPr>
            <a:xfrm>
              <a:off x="0" y="-1"/>
              <a:ext cx="6347188" cy="3724221"/>
            </a:xfrm>
            <a:prstGeom prst="rect">
              <a:avLst/>
            </a:prstGeom>
            <a:ln w="12700" cap="flat">
              <a:noFill/>
              <a:miter lim="400000"/>
            </a:ln>
            <a:effectLst/>
          </p:spPr>
        </p:pic>
      </p:grpSp>
      <p:sp>
        <p:nvSpPr>
          <p:cNvPr id="269" name="Working"/>
          <p:cNvSpPr txBox="1"/>
          <p:nvPr>
            <p:ph type="title"/>
          </p:nvPr>
        </p:nvSpPr>
        <p:spPr>
          <a:prstGeom prst="rect">
            <a:avLst/>
          </a:prstGeom>
        </p:spPr>
        <p:txBody>
          <a:bodyPr/>
          <a:lstStyle>
            <a:lvl1pPr algn="ctr" defTabSz="2316478">
              <a:defRPr sz="9500"/>
            </a:lvl1pPr>
          </a:lstStyle>
          <a:p>
            <a:pPr/>
            <a:r>
              <a:t>Working</a:t>
            </a:r>
          </a:p>
        </p:txBody>
      </p:sp>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271" name="Table 1"/>
          <p:cNvGraphicFramePr/>
          <p:nvPr/>
        </p:nvGraphicFramePr>
        <p:xfrm>
          <a:off x="1273417" y="1956438"/>
          <a:ext cx="21423324" cy="9557831"/>
        </p:xfrm>
        <a:graphic xmlns:a="http://schemas.openxmlformats.org/drawingml/2006/main">
          <a:graphicData uri="http://schemas.openxmlformats.org/drawingml/2006/table">
            <a:tbl>
              <a:tblPr firstCol="1" firstRow="1" lastCol="0" lastRow="0" bandCol="0" bandRow="1" rtl="0">
                <a:tableStyleId>{4C3C2611-4C71-4FC5-86AE-919BDF0F9419}</a:tableStyleId>
              </a:tblPr>
              <a:tblGrid>
                <a:gridCol w="5352656"/>
                <a:gridCol w="5352656"/>
                <a:gridCol w="5352656"/>
                <a:gridCol w="5352656"/>
              </a:tblGrid>
              <a:tr h="1837401">
                <a:tc>
                  <a:txBody>
                    <a:bodyPr/>
                    <a:lstStyle/>
                    <a:p>
                      <a:pPr indent="457200" algn="ctr">
                        <a:defRPr b="0" sz="1800"/>
                      </a:pPr>
                      <a:r>
                        <a:rPr b="1" sz="5000">
                          <a:latin typeface="Times New Roman"/>
                          <a:ea typeface="Times New Roman"/>
                          <a:cs typeface="Times New Roman"/>
                          <a:sym typeface="Times New Roman"/>
                        </a:rPr>
                        <a:t>UPPER THRESHOLD%</a:t>
                      </a:r>
                    </a:p>
                  </a:txBody>
                  <a:tcPr marL="0" marR="0" marT="0" marB="0" anchor="ctr" anchorCtr="0" horzOverflow="overflow"/>
                </a:tc>
                <a:tc>
                  <a:txBody>
                    <a:bodyPr/>
                    <a:lstStyle/>
                    <a:p>
                      <a:pPr indent="457200" algn="ctr">
                        <a:defRPr b="0" sz="1800"/>
                      </a:pPr>
                      <a:r>
                        <a:rPr b="1" sz="5000">
                          <a:latin typeface="Times New Roman"/>
                          <a:ea typeface="Times New Roman"/>
                          <a:cs typeface="Times New Roman"/>
                          <a:sym typeface="Times New Roman"/>
                        </a:rPr>
                        <a:t>LOWER
THRESHOLD%</a:t>
                      </a:r>
                    </a:p>
                  </a:txBody>
                  <a:tcPr marL="0" marR="0" marT="0" marB="0" anchor="ctr" anchorCtr="0" horzOverflow="overflow"/>
                </a:tc>
                <a:tc>
                  <a:txBody>
                    <a:bodyPr/>
                    <a:lstStyle/>
                    <a:p>
                      <a:pPr indent="457200" algn="ctr">
                        <a:defRPr b="0" sz="1800"/>
                      </a:pPr>
                      <a:r>
                        <a:rPr b="1" sz="5000">
                          <a:latin typeface="Times New Roman"/>
                          <a:ea typeface="Times New Roman"/>
                          <a:cs typeface="Times New Roman"/>
                          <a:sym typeface="Times New Roman"/>
                        </a:rPr>
                        <a:t>J</a:t>
                      </a:r>
                    </a:p>
                  </a:txBody>
                  <a:tcPr marL="0" marR="0" marT="0" marB="0" anchor="ctr" anchorCtr="0" horzOverflow="overflow"/>
                </a:tc>
                <a:tc>
                  <a:txBody>
                    <a:bodyPr/>
                    <a:lstStyle/>
                    <a:p>
                      <a:pPr indent="457200" algn="ctr">
                        <a:defRPr b="0" sz="1800"/>
                      </a:pPr>
                      <a:r>
                        <a:rPr b="1" sz="5000">
                          <a:latin typeface="Times New Roman"/>
                          <a:ea typeface="Times New Roman"/>
                          <a:cs typeface="Times New Roman"/>
                          <a:sym typeface="Times New Roman"/>
                        </a:rPr>
                        <a:t>K</a:t>
                      </a:r>
                    </a:p>
                  </a:txBody>
                  <a:tcPr marL="0" marR="0" marT="0" marB="0" anchor="ctr" anchorCtr="0" horzOverflow="overflow"/>
                </a:tc>
              </a:tr>
              <a:tr h="1837401">
                <a:tc>
                  <a:txBody>
                    <a:bodyPr/>
                    <a:lstStyle/>
                    <a:p>
                      <a:pPr indent="457200" algn="ctr">
                        <a:defRPr b="0" sz="1800"/>
                      </a:pPr>
                      <a:r>
                        <a:rPr sz="5000">
                          <a:sym typeface="Produkt Extralight"/>
                        </a:rPr>
                        <a:t>0</a:t>
                      </a:r>
                    </a:p>
                  </a:txBody>
                  <a:tcPr marL="0" marR="0" marT="0" marB="0" anchor="ctr" anchorCtr="0" horzOverflow="overflow"/>
                </a:tc>
                <a:tc>
                  <a:txBody>
                    <a:bodyPr/>
                    <a:lstStyle/>
                    <a:p>
                      <a:pPr indent="457200" algn="ctr">
                        <a:defRPr sz="1800"/>
                      </a:pPr>
                      <a:r>
                        <a:rPr sz="5000">
                          <a:sym typeface="Produkt Extralight"/>
                        </a:rPr>
                        <a:t>0</a:t>
                      </a:r>
                    </a:p>
                  </a:txBody>
                  <a:tcPr marL="0" marR="0" marT="0" marB="0" anchor="ctr" anchorCtr="0" horzOverflow="overflow"/>
                </a:tc>
                <a:tc>
                  <a:txBody>
                    <a:bodyPr/>
                    <a:lstStyle/>
                    <a:p>
                      <a:pPr indent="457200" algn="ctr">
                        <a:defRPr sz="1800"/>
                      </a:pPr>
                      <a:r>
                        <a:rPr sz="5000">
                          <a:sym typeface="Produkt Extralight"/>
                        </a:rPr>
                        <a:t>1</a:t>
                      </a:r>
                    </a:p>
                  </a:txBody>
                  <a:tcPr marL="0" marR="0" marT="0" marB="0" anchor="ctr" anchorCtr="0" horzOverflow="overflow"/>
                </a:tc>
                <a:tc>
                  <a:txBody>
                    <a:bodyPr/>
                    <a:lstStyle/>
                    <a:p>
                      <a:pPr indent="457200" algn="ctr">
                        <a:defRPr sz="1800"/>
                      </a:pPr>
                      <a:r>
                        <a:rPr sz="5000">
                          <a:sym typeface="Produkt Extralight"/>
                        </a:rPr>
                        <a:t>0</a:t>
                      </a:r>
                    </a:p>
                  </a:txBody>
                  <a:tcPr marL="0" marR="0" marT="0" marB="0" anchor="ctr" anchorCtr="0" horzOverflow="overflow"/>
                </a:tc>
              </a:tr>
              <a:tr h="1837401">
                <a:tc>
                  <a:txBody>
                    <a:bodyPr/>
                    <a:lstStyle/>
                    <a:p>
                      <a:pPr indent="457200" algn="ctr">
                        <a:defRPr b="0" sz="1800"/>
                      </a:pPr>
                      <a:r>
                        <a:rPr sz="5000">
                          <a:sym typeface="Produkt Extralight"/>
                        </a:rPr>
                        <a:t>0</a:t>
                      </a:r>
                    </a:p>
                  </a:txBody>
                  <a:tcPr marL="0" marR="0" marT="0" marB="0" anchor="ctr" anchorCtr="0" horzOverflow="overflow"/>
                </a:tc>
                <a:tc>
                  <a:txBody>
                    <a:bodyPr/>
                    <a:lstStyle/>
                    <a:p>
                      <a:pPr indent="457200" algn="ctr">
                        <a:defRPr sz="1800"/>
                      </a:pPr>
                      <a:r>
                        <a:rPr sz="5000">
                          <a:sym typeface="Produkt Extralight"/>
                        </a:rPr>
                        <a:t>1</a:t>
                      </a:r>
                    </a:p>
                  </a:txBody>
                  <a:tcPr marL="0" marR="0" marT="0" marB="0" anchor="ctr" anchorCtr="0" horzOverflow="overflow"/>
                </a:tc>
                <a:tc>
                  <a:txBody>
                    <a:bodyPr/>
                    <a:lstStyle/>
                    <a:p>
                      <a:pPr indent="457200" algn="ctr">
                        <a:defRPr sz="1800"/>
                      </a:pPr>
                      <a:r>
                        <a:rPr sz="5000">
                          <a:sym typeface="Produkt Extralight"/>
                        </a:rPr>
                        <a:t>0</a:t>
                      </a:r>
                    </a:p>
                  </a:txBody>
                  <a:tcPr marL="0" marR="0" marT="0" marB="0" anchor="ctr" anchorCtr="0" horzOverflow="overflow"/>
                </a:tc>
                <a:tc>
                  <a:txBody>
                    <a:bodyPr/>
                    <a:lstStyle/>
                    <a:p>
                      <a:pPr indent="457200" algn="ctr">
                        <a:defRPr sz="1800"/>
                      </a:pPr>
                      <a:r>
                        <a:rPr sz="5000">
                          <a:sym typeface="Produkt Extralight"/>
                        </a:rPr>
                        <a:t>0</a:t>
                      </a:r>
                    </a:p>
                  </a:txBody>
                  <a:tcPr marL="0" marR="0" marT="0" marB="0" anchor="ctr" anchorCtr="0" horzOverflow="overflow"/>
                </a:tc>
              </a:tr>
              <a:tr h="1837401">
                <a:tc>
                  <a:txBody>
                    <a:bodyPr/>
                    <a:lstStyle/>
                    <a:p>
                      <a:pPr indent="457200" algn="ctr">
                        <a:defRPr b="0" sz="1800"/>
                      </a:pPr>
                      <a:r>
                        <a:rPr sz="5000">
                          <a:sym typeface="Produkt Extralight"/>
                        </a:rPr>
                        <a:t>1</a:t>
                      </a:r>
                    </a:p>
                  </a:txBody>
                  <a:tcPr marL="0" marR="0" marT="0" marB="0" anchor="ctr" anchorCtr="0" horzOverflow="overflow"/>
                </a:tc>
                <a:tc>
                  <a:txBody>
                    <a:bodyPr/>
                    <a:lstStyle/>
                    <a:p>
                      <a:pPr indent="457200" algn="ctr">
                        <a:defRPr sz="1800"/>
                      </a:pPr>
                      <a:r>
                        <a:rPr sz="5000">
                          <a:sym typeface="Produkt Extralight"/>
                        </a:rPr>
                        <a:t>0</a:t>
                      </a:r>
                    </a:p>
                  </a:txBody>
                  <a:tcPr marL="0" marR="0" marT="0" marB="0" anchor="ctr" anchorCtr="0" horzOverflow="overflow"/>
                </a:tc>
                <a:tc>
                  <a:txBody>
                    <a:bodyPr/>
                    <a:lstStyle/>
                    <a:p>
                      <a:pPr indent="457200" algn="ctr">
                        <a:defRPr sz="1800"/>
                      </a:pPr>
                      <a:r>
                        <a:rPr sz="5000">
                          <a:sym typeface="Produkt Extralight"/>
                        </a:rPr>
                        <a:t>0</a:t>
                      </a:r>
                    </a:p>
                  </a:txBody>
                  <a:tcPr marL="0" marR="0" marT="0" marB="0" anchor="ctr" anchorCtr="0" horzOverflow="overflow"/>
                </a:tc>
                <a:tc>
                  <a:txBody>
                    <a:bodyPr/>
                    <a:lstStyle/>
                    <a:p>
                      <a:pPr indent="457200" algn="ctr">
                        <a:defRPr sz="1800"/>
                      </a:pPr>
                      <a:r>
                        <a:rPr sz="5000">
                          <a:sym typeface="Produkt Extralight"/>
                        </a:rPr>
                        <a:t>1</a:t>
                      </a:r>
                    </a:p>
                  </a:txBody>
                  <a:tcPr marL="0" marR="0" marT="0" marB="0" anchor="ctr" anchorCtr="0" horzOverflow="overflow"/>
                </a:tc>
              </a:tr>
              <a:tr h="1837401">
                <a:tc>
                  <a:txBody>
                    <a:bodyPr/>
                    <a:lstStyle/>
                    <a:p>
                      <a:pPr indent="457200" algn="ctr">
                        <a:defRPr b="0" sz="1800"/>
                      </a:pPr>
                      <a:r>
                        <a:rPr sz="5000">
                          <a:sym typeface="Produkt Extralight"/>
                        </a:rPr>
                        <a:t>1</a:t>
                      </a:r>
                    </a:p>
                  </a:txBody>
                  <a:tcPr marL="0" marR="0" marT="0" marB="0" anchor="ctr" anchorCtr="0" horzOverflow="overflow"/>
                </a:tc>
                <a:tc>
                  <a:txBody>
                    <a:bodyPr/>
                    <a:lstStyle/>
                    <a:p>
                      <a:pPr indent="457200" algn="ctr">
                        <a:defRPr sz="1800"/>
                      </a:pPr>
                      <a:r>
                        <a:rPr sz="5000">
                          <a:sym typeface="Produkt Extralight"/>
                        </a:rPr>
                        <a:t>1</a:t>
                      </a:r>
                    </a:p>
                  </a:txBody>
                  <a:tcPr marL="0" marR="0" marT="0" marB="0" anchor="ctr" anchorCtr="0" horzOverflow="overflow"/>
                </a:tc>
                <a:tc>
                  <a:txBody>
                    <a:bodyPr/>
                    <a:lstStyle/>
                    <a:p>
                      <a:pPr indent="457200" algn="ctr">
                        <a:defRPr sz="1800"/>
                      </a:pPr>
                      <a:r>
                        <a:rPr sz="5000">
                          <a:sym typeface="Produkt Extralight"/>
                        </a:rPr>
                        <a:t>0</a:t>
                      </a:r>
                    </a:p>
                  </a:txBody>
                  <a:tcPr marL="0" marR="0" marT="0" marB="0" anchor="ctr" anchorCtr="0" horzOverflow="overflow"/>
                </a:tc>
                <a:tc>
                  <a:txBody>
                    <a:bodyPr/>
                    <a:lstStyle/>
                    <a:p>
                      <a:pPr indent="457200" algn="ctr">
                        <a:defRPr sz="1800"/>
                      </a:pPr>
                      <a:r>
                        <a:rPr sz="5000">
                          <a:sym typeface="Produkt Extralight"/>
                        </a:rPr>
                        <a:t>1</a:t>
                      </a:r>
                    </a:p>
                  </a:txBody>
                  <a:tcPr marL="0" marR="0" marT="0" marB="0" anchor="ctr" anchorCtr="0" horzOverflow="overflow"/>
                </a:tc>
              </a:tr>
            </a:tbl>
          </a:graphicData>
        </a:graphic>
      </p:graphicFrame>
      <p:sp>
        <p:nvSpPr>
          <p:cNvPr id="272" name="J = Upper Threshold NOR Lower Threshold…"/>
          <p:cNvSpPr txBox="1"/>
          <p:nvPr/>
        </p:nvSpPr>
        <p:spPr>
          <a:xfrm>
            <a:off x="8731269" y="11325508"/>
            <a:ext cx="9129564" cy="18707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a:latin typeface="Times New Roman"/>
                <a:ea typeface="Times New Roman"/>
                <a:cs typeface="Times New Roman"/>
                <a:sym typeface="Times New Roman"/>
              </a:defRPr>
            </a:pPr>
            <a:r>
              <a:t>J = Upper Threshold NOR Lower Threshold</a:t>
            </a:r>
          </a:p>
          <a:p>
            <a:pPr>
              <a:defRPr>
                <a:latin typeface="Times New Roman"/>
                <a:ea typeface="Times New Roman"/>
                <a:cs typeface="Times New Roman"/>
                <a:sym typeface="Times New Roman"/>
              </a:defRPr>
            </a:pPr>
            <a:r>
              <a:t>K = Upper Threshold</a:t>
            </a:r>
          </a:p>
        </p:txBody>
      </p:sp>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Working"/>
          <p:cNvSpPr txBox="1"/>
          <p:nvPr>
            <p:ph type="title"/>
          </p:nvPr>
        </p:nvSpPr>
        <p:spPr>
          <a:xfrm>
            <a:off x="1206500" y="18883"/>
            <a:ext cx="21971000" cy="1689101"/>
          </a:xfrm>
          <a:prstGeom prst="rect">
            <a:avLst/>
          </a:prstGeom>
        </p:spPr>
        <p:txBody>
          <a:bodyPr/>
          <a:lstStyle>
            <a:lvl1pPr algn="ctr" defTabSz="2316478">
              <a:defRPr sz="9500"/>
            </a:lvl1pPr>
          </a:lstStyle>
          <a:p>
            <a:pPr/>
            <a:r>
              <a:t>Working</a:t>
            </a:r>
          </a:p>
        </p:txBody>
      </p:sp>
      <p:pic>
        <p:nvPicPr>
          <p:cNvPr id="275" name="PHOTO-2024-02-19-16-01-50.jpg" descr="PHOTO-2024-02-19-16-01-50.jpg"/>
          <p:cNvPicPr>
            <a:picLocks noChangeAspect="1"/>
          </p:cNvPicPr>
          <p:nvPr/>
        </p:nvPicPr>
        <p:blipFill>
          <a:blip r:embed="rId2">
            <a:extLst/>
          </a:blip>
          <a:stretch>
            <a:fillRect/>
          </a:stretch>
        </p:blipFill>
        <p:spPr>
          <a:xfrm>
            <a:off x="11457232" y="2203930"/>
            <a:ext cx="11596977" cy="4634181"/>
          </a:xfrm>
          <a:prstGeom prst="rect">
            <a:avLst/>
          </a:prstGeom>
          <a:ln w="12700">
            <a:miter lim="400000"/>
          </a:ln>
        </p:spPr>
      </p:pic>
      <p:grpSp>
        <p:nvGrpSpPr>
          <p:cNvPr id="278" name="Oval"/>
          <p:cNvGrpSpPr/>
          <p:nvPr/>
        </p:nvGrpSpPr>
        <p:grpSpPr>
          <a:xfrm>
            <a:off x="13139114" y="4769729"/>
            <a:ext cx="1208480" cy="2401598"/>
            <a:chOff x="0" y="0"/>
            <a:chExt cx="1208478" cy="2401596"/>
          </a:xfrm>
        </p:grpSpPr>
        <p:sp>
          <p:nvSpPr>
            <p:cNvPr id="276" name="Oval"/>
            <p:cNvSpPr/>
            <p:nvPr/>
          </p:nvSpPr>
          <p:spPr>
            <a:xfrm>
              <a:off x="48888" y="48889"/>
              <a:ext cx="1110701" cy="2303820"/>
            </a:xfrm>
            <a:prstGeom prst="ellipse">
              <a:avLst/>
            </a:prstGeom>
            <a:solidFill>
              <a:srgbClr val="2B171B">
                <a:alpha val="0"/>
              </a:srgbClr>
            </a:solidFill>
            <a:ln w="12700" cap="flat">
              <a:noFill/>
              <a:miter lim="400000"/>
            </a:ln>
            <a:effectLst/>
          </p:spPr>
          <p:txBody>
            <a:bodyPr wrap="square" lIns="50800" tIns="50800" rIns="50800" bIns="50800" numCol="1" anchor="ctr">
              <a:noAutofit/>
            </a:bodyPr>
            <a:lstStyle/>
            <a:p>
              <a:pPr algn="ctr" defTabSz="825500">
                <a:spcBef>
                  <a:spcPts val="0"/>
                </a:spcBef>
                <a:defRPr sz="3200">
                  <a:solidFill>
                    <a:srgbClr val="FFFFFF"/>
                  </a:solidFill>
                  <a:latin typeface="Graphik Light"/>
                  <a:ea typeface="Graphik Light"/>
                  <a:cs typeface="Graphik Light"/>
                  <a:sym typeface="Graphik Light"/>
                </a:defRPr>
              </a:pPr>
            </a:p>
          </p:txBody>
        </p:sp>
        <p:pic>
          <p:nvPicPr>
            <p:cNvPr id="277" name="Oval Oval" descr="Oval Oval"/>
            <p:cNvPicPr>
              <a:picLocks noChangeAspect="1"/>
            </p:cNvPicPr>
            <p:nvPr/>
          </p:nvPicPr>
          <p:blipFill>
            <a:blip r:embed="rId3">
              <a:alphaModFix amt="50000"/>
              <a:extLst/>
            </a:blip>
            <a:stretch>
              <a:fillRect/>
            </a:stretch>
          </p:blipFill>
          <p:spPr>
            <a:xfrm>
              <a:off x="0" y="0"/>
              <a:ext cx="1208479" cy="2401597"/>
            </a:xfrm>
            <a:prstGeom prst="rect">
              <a:avLst/>
            </a:prstGeom>
            <a:ln w="12700" cap="flat">
              <a:noFill/>
              <a:miter lim="400000"/>
            </a:ln>
            <a:effectLst/>
          </p:spPr>
        </p:pic>
      </p:grpSp>
      <p:sp>
        <p:nvSpPr>
          <p:cNvPr id="279" name="Theoretical calculation Chedham"/>
          <p:cNvSpPr txBox="1"/>
          <p:nvPr>
            <p:ph type="body" idx="1"/>
          </p:nvPr>
        </p:nvSpPr>
        <p:spPr>
          <a:xfrm>
            <a:off x="827351" y="7950173"/>
            <a:ext cx="21971002" cy="8256013"/>
          </a:xfrm>
          <a:prstGeom prst="rect">
            <a:avLst/>
          </a:prstGeom>
        </p:spPr>
        <p:txBody>
          <a:bodyPr lIns="50800" tIns="50800" rIns="50800" bIns="50800"/>
          <a:lstStyle/>
          <a:p>
            <a:pPr lvl="1" marL="0" indent="228600" defTabSz="355600">
              <a:spcBef>
                <a:spcPts val="3500"/>
              </a:spcBef>
              <a:buSzTx/>
              <a:buNone/>
              <a:defRPr sz="5000" u="sng">
                <a:latin typeface="Graphik Light"/>
                <a:ea typeface="Graphik Light"/>
                <a:cs typeface="Graphik Light"/>
                <a:sym typeface="Graphik Light"/>
              </a:defRPr>
            </a:pPr>
            <a:r>
              <a:t>Theoretical calculation</a:t>
            </a:r>
          </a:p>
          <a:p>
            <a:pPr lvl="1" marL="0" indent="228600" defTabSz="355600">
              <a:spcBef>
                <a:spcPts val="3500"/>
              </a:spcBef>
              <a:buSzTx/>
              <a:buNone/>
              <a:defRPr sz="5000">
                <a:latin typeface="Graphik Light"/>
                <a:ea typeface="Graphik Light"/>
                <a:cs typeface="Graphik Light"/>
                <a:sym typeface="Graphik Light"/>
              </a:defRPr>
            </a:pPr>
            <a:r>
              <a:t>T = 0.7 ⤫ (39K + 2(68K)) ⤫ 100n</a:t>
            </a:r>
          </a:p>
          <a:p>
            <a:pPr lvl="2" marL="0" indent="457200" defTabSz="355600">
              <a:spcBef>
                <a:spcPts val="3500"/>
              </a:spcBef>
              <a:buSzTx/>
              <a:buNone/>
              <a:defRPr sz="5000">
                <a:latin typeface="Graphik Light"/>
                <a:ea typeface="Graphik Light"/>
                <a:cs typeface="Graphik Light"/>
                <a:sym typeface="Graphik Light"/>
              </a:defRPr>
            </a:pPr>
            <a:r>
              <a:t>T = 0.01225 sec                                 </a:t>
            </a:r>
          </a:p>
        </p:txBody>
      </p:sp>
      <p:sp>
        <p:nvSpPr>
          <p:cNvPr id="280" name="Rectangle"/>
          <p:cNvSpPr/>
          <p:nvPr/>
        </p:nvSpPr>
        <p:spPr>
          <a:xfrm>
            <a:off x="999523" y="10559512"/>
            <a:ext cx="4832666" cy="1270001"/>
          </a:xfrm>
          <a:prstGeom prst="rect">
            <a:avLst/>
          </a:prstGeom>
          <a:ln w="38100">
            <a:solidFill>
              <a:srgbClr val="24262A"/>
            </a:solidFill>
          </a:ln>
        </p:spPr>
        <p:txBody>
          <a:bodyPr lIns="50800" tIns="50800" rIns="50800" bIns="50800" anchor="ctr"/>
          <a:lstStyle/>
          <a:p>
            <a:pPr/>
          </a:p>
        </p:txBody>
      </p:sp>
      <p:sp>
        <p:nvSpPr>
          <p:cNvPr id="281" name="Line"/>
          <p:cNvSpPr/>
          <p:nvPr/>
        </p:nvSpPr>
        <p:spPr>
          <a:xfrm>
            <a:off x="8400488" y="11294349"/>
            <a:ext cx="7583025" cy="1"/>
          </a:xfrm>
          <a:prstGeom prst="line">
            <a:avLst/>
          </a:prstGeom>
          <a:ln w="76200">
            <a:solidFill>
              <a:srgbClr val="000000"/>
            </a:solidFill>
            <a:tailEnd type="triangle"/>
          </a:ln>
        </p:spPr>
        <p:txBody>
          <a:bodyPr lIns="45718" tIns="45718" rIns="45718" bIns="45718"/>
          <a:lstStyle/>
          <a:p>
            <a:pPr/>
          </a:p>
        </p:txBody>
      </p:sp>
      <p:sp>
        <p:nvSpPr>
          <p:cNvPr id="282" name="Rectangle"/>
          <p:cNvSpPr/>
          <p:nvPr/>
        </p:nvSpPr>
        <p:spPr>
          <a:xfrm>
            <a:off x="17382523" y="10659349"/>
            <a:ext cx="4832666" cy="1270001"/>
          </a:xfrm>
          <a:prstGeom prst="rect">
            <a:avLst/>
          </a:prstGeom>
          <a:ln w="38100">
            <a:solidFill>
              <a:srgbClr val="24262A"/>
            </a:solidFill>
          </a:ln>
        </p:spPr>
        <p:txBody>
          <a:bodyPr lIns="50800" tIns="50800" rIns="50800" bIns="50800" anchor="ctr"/>
          <a:lstStyle/>
          <a:p>
            <a:pPr/>
          </a:p>
        </p:txBody>
      </p:sp>
      <p:sp>
        <p:nvSpPr>
          <p:cNvPr id="283" name="f = 81.63 Hz"/>
          <p:cNvSpPr txBox="1"/>
          <p:nvPr/>
        </p:nvSpPr>
        <p:spPr>
          <a:xfrm>
            <a:off x="17641262" y="10821274"/>
            <a:ext cx="3764281" cy="94615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2" indent="457200">
              <a:spcBef>
                <a:spcPts val="3500"/>
              </a:spcBef>
              <a:defRPr sz="5000">
                <a:solidFill>
                  <a:srgbClr val="535860"/>
                </a:solidFill>
                <a:latin typeface="Graphik Light"/>
                <a:ea typeface="Graphik Light"/>
                <a:cs typeface="Graphik Light"/>
                <a:sym typeface="Graphik Light"/>
              </a:defRPr>
            </a:pPr>
            <a:r>
              <a:t>f = 81.63 Hz</a:t>
            </a:r>
          </a:p>
        </p:txBody>
      </p:sp>
      <p:pic>
        <p:nvPicPr>
          <p:cNvPr id="284" name="image (1).png" descr="image (1).png"/>
          <p:cNvPicPr>
            <a:picLocks noChangeAspect="1"/>
          </p:cNvPicPr>
          <p:nvPr/>
        </p:nvPicPr>
        <p:blipFill>
          <a:blip r:embed="rId4">
            <a:extLst/>
          </a:blip>
          <a:stretch>
            <a:fillRect/>
          </a:stretch>
        </p:blipFill>
        <p:spPr>
          <a:xfrm>
            <a:off x="2181530" y="2201221"/>
            <a:ext cx="7195812" cy="5255715"/>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86" name="43B1CFD6-04E6-46B6-9E79-D403D6A1884A.png" descr="43B1CFD6-04E6-46B6-9E79-D403D6A1884A.png"/>
          <p:cNvPicPr>
            <a:picLocks noChangeAspect="1"/>
          </p:cNvPicPr>
          <p:nvPr/>
        </p:nvPicPr>
        <p:blipFill>
          <a:blip r:embed="rId2">
            <a:extLst/>
          </a:blip>
          <a:stretch>
            <a:fillRect/>
          </a:stretch>
        </p:blipFill>
        <p:spPr>
          <a:xfrm>
            <a:off x="5934824" y="1790320"/>
            <a:ext cx="13414125" cy="6229663"/>
          </a:xfrm>
          <a:prstGeom prst="rect">
            <a:avLst/>
          </a:prstGeom>
          <a:ln w="12700">
            <a:miter lim="400000"/>
          </a:ln>
        </p:spPr>
      </p:pic>
      <p:grpSp>
        <p:nvGrpSpPr>
          <p:cNvPr id="289" name="Oval"/>
          <p:cNvGrpSpPr/>
          <p:nvPr/>
        </p:nvGrpSpPr>
        <p:grpSpPr>
          <a:xfrm>
            <a:off x="15296254" y="3314550"/>
            <a:ext cx="4270384" cy="4082917"/>
            <a:chOff x="0" y="0"/>
            <a:chExt cx="4270382" cy="4082915"/>
          </a:xfrm>
        </p:grpSpPr>
        <p:sp>
          <p:nvSpPr>
            <p:cNvPr id="287" name="Oval"/>
            <p:cNvSpPr/>
            <p:nvPr/>
          </p:nvSpPr>
          <p:spPr>
            <a:xfrm>
              <a:off x="69850" y="69849"/>
              <a:ext cx="4130683" cy="3943216"/>
            </a:xfrm>
            <a:prstGeom prst="ellipse">
              <a:avLst/>
            </a:prstGeom>
            <a:solidFill>
              <a:srgbClr val="2B171B">
                <a:alpha val="0"/>
              </a:srgbClr>
            </a:solidFill>
            <a:ln w="12700" cap="flat">
              <a:noFill/>
              <a:miter lim="400000"/>
            </a:ln>
            <a:effectLst/>
          </p:spPr>
          <p:txBody>
            <a:bodyPr wrap="square" lIns="50800" tIns="50800" rIns="50800" bIns="50800" numCol="1" anchor="ctr">
              <a:noAutofit/>
            </a:bodyPr>
            <a:lstStyle/>
            <a:p>
              <a:pPr algn="ctr" defTabSz="825500">
                <a:spcBef>
                  <a:spcPts val="0"/>
                </a:spcBef>
                <a:defRPr sz="3200">
                  <a:solidFill>
                    <a:srgbClr val="FFFFFF"/>
                  </a:solidFill>
                  <a:latin typeface="Graphik Light"/>
                  <a:ea typeface="Graphik Light"/>
                  <a:cs typeface="Graphik Light"/>
                  <a:sym typeface="Graphik Light"/>
                </a:defRPr>
              </a:pPr>
            </a:p>
          </p:txBody>
        </p:sp>
        <p:pic>
          <p:nvPicPr>
            <p:cNvPr id="288" name="Oval Oval" descr="Oval Oval"/>
            <p:cNvPicPr>
              <a:picLocks noChangeAspect="1"/>
            </p:cNvPicPr>
            <p:nvPr/>
          </p:nvPicPr>
          <p:blipFill>
            <a:blip r:embed="rId3">
              <a:alphaModFix amt="50000"/>
              <a:extLst/>
            </a:blip>
            <a:stretch>
              <a:fillRect/>
            </a:stretch>
          </p:blipFill>
          <p:spPr>
            <a:xfrm>
              <a:off x="-1" y="-1"/>
              <a:ext cx="4270383" cy="4082916"/>
            </a:xfrm>
            <a:prstGeom prst="rect">
              <a:avLst/>
            </a:prstGeom>
            <a:ln w="12700" cap="flat">
              <a:noFill/>
              <a:miter lim="400000"/>
            </a:ln>
            <a:effectLst/>
          </p:spPr>
        </p:pic>
      </p:grpSp>
      <p:sp>
        <p:nvSpPr>
          <p:cNvPr id="290" name="When the water level falls below 25%, a HIGH signal is fed to the ‘J’ of the JK flip-flop.…"/>
          <p:cNvSpPr txBox="1"/>
          <p:nvPr>
            <p:ph type="body" idx="1"/>
          </p:nvPr>
        </p:nvSpPr>
        <p:spPr>
          <a:xfrm>
            <a:off x="1206500" y="8460523"/>
            <a:ext cx="21971000" cy="8256013"/>
          </a:xfrm>
          <a:prstGeom prst="rect">
            <a:avLst/>
          </a:prstGeom>
        </p:spPr>
        <p:txBody>
          <a:bodyPr lIns="50800" tIns="50800" rIns="50800" bIns="50800"/>
          <a:lstStyle/>
          <a:p>
            <a:pPr lvl="1" marL="685800" indent="-228600" defTabSz="355600">
              <a:spcBef>
                <a:spcPts val="4500"/>
              </a:spcBef>
              <a:defRPr sz="5000">
                <a:latin typeface="Graphik Light"/>
                <a:ea typeface="Graphik Light"/>
                <a:cs typeface="Graphik Light"/>
                <a:sym typeface="Graphik Light"/>
              </a:defRPr>
            </a:pPr>
            <a:r>
              <a:t>When the water level falls below 25%, a HIGH signal is fed to the ‘J’ of the JK flip-flop.</a:t>
            </a:r>
          </a:p>
          <a:p>
            <a:pPr lvl="1" marL="685800" indent="-228600" defTabSz="355600">
              <a:spcBef>
                <a:spcPts val="4500"/>
              </a:spcBef>
              <a:defRPr sz="5000">
                <a:latin typeface="Graphik Light"/>
                <a:ea typeface="Graphik Light"/>
                <a:cs typeface="Graphik Light"/>
                <a:sym typeface="Graphik Light"/>
              </a:defRPr>
            </a:pPr>
            <a:r>
              <a:t>Similarly the output of 4⤫1 is fed to ‘K’ of the JK flip-flop.</a:t>
            </a:r>
          </a:p>
        </p:txBody>
      </p:sp>
      <p:sp>
        <p:nvSpPr>
          <p:cNvPr id="291" name="Working"/>
          <p:cNvSpPr txBox="1"/>
          <p:nvPr>
            <p:ph type="title"/>
          </p:nvPr>
        </p:nvSpPr>
        <p:spPr>
          <a:xfrm>
            <a:off x="1206500" y="18883"/>
            <a:ext cx="21971000" cy="1689101"/>
          </a:xfrm>
          <a:prstGeom prst="rect">
            <a:avLst/>
          </a:prstGeom>
        </p:spPr>
        <p:txBody>
          <a:bodyPr/>
          <a:lstStyle>
            <a:lvl1pPr algn="ctr" defTabSz="2316478">
              <a:defRPr sz="9500"/>
            </a:lvl1pPr>
          </a:lstStyle>
          <a:p>
            <a:pPr/>
            <a:r>
              <a:t>Working</a:t>
            </a:r>
          </a:p>
        </p:txBody>
      </p:sp>
    </p:spTree>
  </p:cSld>
  <p:clrMapOvr>
    <a:masterClrMapping/>
  </p:clrMapOvr>
  <mc:AlternateContent xmlns:mc="http://schemas.openxmlformats.org/markup-compatibility/2006">
    <mc:Choice xmlns:p14="http://schemas.microsoft.com/office/powerpoint/2010/main" Requires="p14">
      <p:transition spd="med" advClick="1" p14:dur="1000">
        <p:dissolv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3" name="Improved Efficiency :…"/>
          <p:cNvSpPr txBox="1"/>
          <p:nvPr>
            <p:ph type="body" sz="quarter" idx="1"/>
          </p:nvPr>
        </p:nvSpPr>
        <p:spPr>
          <a:xfrm>
            <a:off x="708867" y="4248503"/>
            <a:ext cx="7502998" cy="8256014"/>
          </a:xfrm>
          <a:prstGeom prst="rect">
            <a:avLst/>
          </a:prstGeom>
        </p:spPr>
        <p:txBody>
          <a:bodyPr lIns="50800" tIns="50800" rIns="50800" bIns="50800"/>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4000">
                <a:solidFill>
                  <a:srgbClr val="000000"/>
                </a:solidFill>
                <a:latin typeface="Times New Roman"/>
                <a:ea typeface="Times New Roman"/>
                <a:cs typeface="Times New Roman"/>
                <a:sym typeface="Times New Roman"/>
              </a:defRPr>
            </a:pPr>
            <a:r>
              <a:t>Improved Efficiency :</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4000">
                <a:solidFill>
                  <a:srgbClr val="000000"/>
                </a:solidFill>
                <a:latin typeface="Times New Roman"/>
                <a:ea typeface="Times New Roman"/>
                <a:cs typeface="Times New Roman"/>
                <a:sym typeface="Times New Roman"/>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4000">
                <a:solidFill>
                  <a:srgbClr val="000000"/>
                </a:solidFill>
                <a:latin typeface="Times New Roman"/>
                <a:ea typeface="Times New Roman"/>
                <a:cs typeface="Times New Roman"/>
                <a:sym typeface="Times New Roman"/>
              </a:defRPr>
            </a:pPr>
            <a:r>
              <a:t>Water level control systems optimise water usage by maintaining the desired water level automatically. This ensures that water is not wasted or overused, leading to increased efficiency in water management.</a:t>
            </a:r>
          </a:p>
        </p:txBody>
      </p:sp>
      <p:sp>
        <p:nvSpPr>
          <p:cNvPr id="294" name="Benefits"/>
          <p:cNvSpPr txBox="1"/>
          <p:nvPr>
            <p:ph type="title"/>
          </p:nvPr>
        </p:nvSpPr>
        <p:spPr>
          <a:prstGeom prst="rect">
            <a:avLst/>
          </a:prstGeom>
        </p:spPr>
        <p:txBody>
          <a:bodyPr/>
          <a:lstStyle>
            <a:lvl1pPr algn="ctr" defTabSz="2316478">
              <a:defRPr sz="9500"/>
            </a:lvl1pPr>
          </a:lstStyle>
          <a:p>
            <a:pPr/>
            <a:r>
              <a:t>Benefits</a:t>
            </a:r>
          </a:p>
        </p:txBody>
      </p:sp>
      <p:sp>
        <p:nvSpPr>
          <p:cNvPr id="295" name="Reduced Waste :…"/>
          <p:cNvSpPr txBox="1"/>
          <p:nvPr/>
        </p:nvSpPr>
        <p:spPr>
          <a:xfrm>
            <a:off x="8746338" y="4248503"/>
            <a:ext cx="7502999" cy="825601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defTabSz="12700">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a:solidFill>
                  <a:srgbClr val="000000"/>
                </a:solidFill>
                <a:latin typeface="Times New Roman"/>
                <a:ea typeface="Times New Roman"/>
                <a:cs typeface="Times New Roman"/>
                <a:sym typeface="Times New Roman"/>
              </a:defRPr>
            </a:pPr>
            <a:r>
              <a:t>Reduced Waste :</a:t>
            </a:r>
          </a:p>
          <a:p>
            <a:pPr defTabSz="12700">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a:solidFill>
                  <a:srgbClr val="000000"/>
                </a:solidFill>
                <a:latin typeface="Times New Roman"/>
                <a:ea typeface="Times New Roman"/>
                <a:cs typeface="Times New Roman"/>
                <a:sym typeface="Times New Roman"/>
              </a:defRPr>
            </a:pPr>
          </a:p>
          <a:p>
            <a:pPr defTabSz="12700">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000000"/>
                </a:solidFill>
                <a:latin typeface="Times New Roman"/>
                <a:ea typeface="Times New Roman"/>
                <a:cs typeface="Times New Roman"/>
                <a:sym typeface="Times New Roman"/>
              </a:defRPr>
            </a:pPr>
            <a:r>
              <a:t>By accurately controlling the water level, these systems prevent overflows and leaks, reducing water wastage. This not only helps conserve water resources but also minimizes water-related damages and costs.</a:t>
            </a:r>
          </a:p>
        </p:txBody>
      </p:sp>
      <p:sp>
        <p:nvSpPr>
          <p:cNvPr id="296" name="Increased Safety :…"/>
          <p:cNvSpPr txBox="1"/>
          <p:nvPr/>
        </p:nvSpPr>
        <p:spPr>
          <a:xfrm>
            <a:off x="16783809" y="4248503"/>
            <a:ext cx="7502999" cy="825601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defTabSz="12700">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a:solidFill>
                  <a:srgbClr val="000000"/>
                </a:solidFill>
                <a:latin typeface="Times New Roman"/>
                <a:ea typeface="Times New Roman"/>
                <a:cs typeface="Times New Roman"/>
                <a:sym typeface="Times New Roman"/>
              </a:defRPr>
            </a:pPr>
            <a:r>
              <a:t>Increased Safety :</a:t>
            </a:r>
          </a:p>
          <a:p>
            <a:pPr defTabSz="12700">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a:solidFill>
                  <a:srgbClr val="000000"/>
                </a:solidFill>
                <a:latin typeface="Times New Roman"/>
                <a:ea typeface="Times New Roman"/>
                <a:cs typeface="Times New Roman"/>
                <a:sym typeface="Times New Roman"/>
              </a:defRPr>
            </a:pPr>
          </a:p>
          <a:p>
            <a:pPr defTabSz="12700">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000000"/>
                </a:solidFill>
                <a:latin typeface="Times New Roman"/>
                <a:ea typeface="Times New Roman"/>
                <a:cs typeface="Times New Roman"/>
                <a:sym typeface="Times New Roman"/>
              </a:defRPr>
            </a:pPr>
            <a:r>
              <a:t>Water level control systems ensure the safety of water-related processes and equipment. By maintaining the optimal water level, potential hazards such as flooding, equipment damage, and accidents are prevented, creating a safer environment.</a:t>
            </a:r>
          </a:p>
        </p:txBody>
      </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When the water level falls below 25%, a HIGH signal is fed to the ‘J’ of the JK flip-flop.…"/>
          <p:cNvSpPr txBox="1"/>
          <p:nvPr>
            <p:ph type="body" idx="1"/>
          </p:nvPr>
        </p:nvSpPr>
        <p:spPr>
          <a:xfrm>
            <a:off x="368966" y="2766165"/>
            <a:ext cx="23740947" cy="9590161"/>
          </a:xfrm>
          <a:prstGeom prst="rect">
            <a:avLst/>
          </a:prstGeom>
        </p:spPr>
        <p:txBody>
          <a:bodyPr lIns="50800" tIns="50800" rIns="50800" bIns="50800"/>
          <a:lstStyle/>
          <a:p>
            <a:pPr lvl="1" marL="0" indent="182880" defTabSz="284479">
              <a:spcBef>
                <a:spcPts val="2300"/>
              </a:spcBef>
              <a:buSzTx/>
              <a:buNone/>
              <a:defRPr sz="4000" u="sng">
                <a:latin typeface="Graphik Light"/>
                <a:ea typeface="Graphik Light"/>
                <a:cs typeface="Graphik Light"/>
                <a:sym typeface="Graphik Light"/>
              </a:defRPr>
            </a:pPr>
            <a:r>
              <a:t>LM555 Timer</a:t>
            </a:r>
          </a:p>
          <a:p>
            <a:pPr lvl="1" marL="0" indent="182880" defTabSz="284479">
              <a:spcBef>
                <a:spcPts val="2300"/>
              </a:spcBef>
              <a:buSzTx/>
              <a:buNone/>
              <a:defRPr sz="4000">
                <a:latin typeface="Graphik Light"/>
                <a:ea typeface="Graphik Light"/>
                <a:cs typeface="Graphik Light"/>
                <a:sym typeface="Graphik Light"/>
              </a:defRPr>
            </a:pPr>
            <a:r>
              <a:rPr u="sng">
                <a:solidFill>
                  <a:srgbClr val="0000FF"/>
                </a:solidFill>
                <a:uFill>
                  <a:solidFill>
                    <a:srgbClr val="0000FF"/>
                  </a:solidFill>
                </a:uFill>
                <a:hlinkClick r:id="rId2" invalidUrl="" action="" tgtFrame="" tooltip="" history="1" highlightClick="0" endSnd="0"/>
              </a:rPr>
              <a:t>https://www.ti.com/lit/ds/symlink/lm555.pdf?ts=1710064034359&amp;ref_url=https%253A%252F%252Fwww.google.com%252F</a:t>
            </a:r>
          </a:p>
          <a:p>
            <a:pPr lvl="1" marL="0" indent="182880" defTabSz="284479">
              <a:spcBef>
                <a:spcPts val="2300"/>
              </a:spcBef>
              <a:buSzTx/>
              <a:buNone/>
              <a:defRPr sz="4000" u="sng">
                <a:latin typeface="Graphik Light"/>
                <a:ea typeface="Graphik Light"/>
                <a:cs typeface="Graphik Light"/>
                <a:sym typeface="Graphik Light"/>
              </a:defRPr>
            </a:pPr>
            <a:r>
              <a:t>Relay Switch </a:t>
            </a:r>
          </a:p>
          <a:p>
            <a:pPr lvl="1" marL="0" indent="182880" defTabSz="284479">
              <a:spcBef>
                <a:spcPts val="2300"/>
              </a:spcBef>
              <a:buSzTx/>
              <a:buNone/>
              <a:defRPr sz="4000">
                <a:latin typeface="Graphik Light"/>
                <a:ea typeface="Graphik Light"/>
                <a:cs typeface="Graphik Light"/>
                <a:sym typeface="Graphik Light"/>
              </a:defRPr>
            </a:pPr>
            <a:r>
              <a:rPr u="sng">
                <a:solidFill>
                  <a:srgbClr val="0000FF"/>
                </a:solidFill>
                <a:uFill>
                  <a:solidFill>
                    <a:srgbClr val="0000FF"/>
                  </a:solidFill>
                </a:uFill>
                <a:hlinkClick r:id="rId3" invalidUrl="" action="" tgtFrame="" tooltip="" history="1" highlightClick="0" endSnd="0"/>
              </a:rPr>
              <a:t>https://components101.com/switches/12v-relay</a:t>
            </a:r>
          </a:p>
          <a:p>
            <a:pPr lvl="1" marL="0" indent="182880" defTabSz="284479">
              <a:spcBef>
                <a:spcPts val="2300"/>
              </a:spcBef>
              <a:buSzTx/>
              <a:buNone/>
              <a:defRPr sz="4000" u="sng">
                <a:latin typeface="Graphik Light"/>
                <a:ea typeface="Graphik Light"/>
                <a:cs typeface="Graphik Light"/>
                <a:sym typeface="Graphik Light"/>
              </a:defRPr>
            </a:pPr>
            <a:r>
              <a:t>JK Flip-Flop</a:t>
            </a:r>
          </a:p>
          <a:p>
            <a:pPr lvl="1" marL="0" indent="182880" defTabSz="284479">
              <a:spcBef>
                <a:spcPts val="2300"/>
              </a:spcBef>
              <a:buSzTx/>
              <a:buNone/>
              <a:defRPr sz="4000" u="sng">
                <a:latin typeface="Graphik Light"/>
                <a:ea typeface="Graphik Light"/>
                <a:cs typeface="Graphik Light"/>
                <a:sym typeface="Graphik Light"/>
              </a:defRPr>
            </a:pPr>
            <a:r>
              <a:rPr>
                <a:solidFill>
                  <a:srgbClr val="0000FF"/>
                </a:solidFill>
                <a:uFill>
                  <a:solidFill>
                    <a:srgbClr val="0000FF"/>
                  </a:solidFill>
                </a:uFill>
                <a:hlinkClick r:id="rId4" invalidUrl="" action="" tgtFrame="" tooltip="" history="1" highlightClick="0" endSnd="0"/>
              </a:rPr>
              <a:t>https://www.ti.com/lit/ds/symlink/sn54ls76a.pdf?ts=1710050565943&amp;ref_url=https%253A%252F%252Fwww.google.com%252F</a:t>
            </a:r>
          </a:p>
          <a:p>
            <a:pPr lvl="1" marL="0" indent="182880" defTabSz="284479">
              <a:spcBef>
                <a:spcPts val="2300"/>
              </a:spcBef>
              <a:buSzTx/>
              <a:buNone/>
              <a:defRPr sz="4000" u="sng">
                <a:latin typeface="Graphik Light"/>
                <a:ea typeface="Graphik Light"/>
                <a:cs typeface="Graphik Light"/>
                <a:sym typeface="Graphik Light"/>
              </a:defRPr>
            </a:pPr>
            <a:r>
              <a:t>NOR Gate</a:t>
            </a:r>
          </a:p>
          <a:p>
            <a:pPr lvl="1" marL="0" indent="182880" defTabSz="284479">
              <a:spcBef>
                <a:spcPts val="2300"/>
              </a:spcBef>
              <a:buSzTx/>
              <a:buNone/>
              <a:defRPr sz="4000" u="sng">
                <a:latin typeface="Graphik Light"/>
                <a:ea typeface="Graphik Light"/>
                <a:cs typeface="Graphik Light"/>
                <a:sym typeface="Graphik Light"/>
              </a:defRPr>
            </a:pPr>
            <a:r>
              <a:rPr>
                <a:solidFill>
                  <a:srgbClr val="0000FF"/>
                </a:solidFill>
                <a:uFill>
                  <a:solidFill>
                    <a:srgbClr val="0000FF"/>
                  </a:solidFill>
                </a:uFill>
                <a:hlinkClick r:id="rId5" invalidUrl="" action="" tgtFrame="" tooltip="" history="1" highlightClick="0" endSnd="0"/>
              </a:rPr>
              <a:t>https://www.ti.com/lit/ds/symlink/sn74ahc1g02-ep.pdf?ts=1710149482660&amp;ref_url=https%253A%252F%252Fwww.google.com%252F</a:t>
            </a:r>
          </a:p>
        </p:txBody>
      </p:sp>
      <p:sp>
        <p:nvSpPr>
          <p:cNvPr id="299" name="Working"/>
          <p:cNvSpPr txBox="1"/>
          <p:nvPr>
            <p:ph type="title"/>
          </p:nvPr>
        </p:nvSpPr>
        <p:spPr>
          <a:xfrm>
            <a:off x="1016925" y="611302"/>
            <a:ext cx="21971001" cy="1689102"/>
          </a:xfrm>
          <a:prstGeom prst="rect">
            <a:avLst/>
          </a:prstGeom>
        </p:spPr>
        <p:txBody>
          <a:bodyPr/>
          <a:lstStyle>
            <a:lvl1pPr algn="ctr" defTabSz="2316478">
              <a:defRPr sz="9500"/>
            </a:lvl1pPr>
          </a:lstStyle>
          <a:p>
            <a:pPr/>
            <a:r>
              <a:t>References</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When the water level falls below 25%, a HIGH signal is fed to the ‘J’ of the JK flip-flop.…"/>
          <p:cNvSpPr txBox="1"/>
          <p:nvPr>
            <p:ph type="body" idx="1"/>
          </p:nvPr>
        </p:nvSpPr>
        <p:spPr>
          <a:xfrm>
            <a:off x="1016925" y="3086257"/>
            <a:ext cx="23092988" cy="9995505"/>
          </a:xfrm>
          <a:prstGeom prst="rect">
            <a:avLst/>
          </a:prstGeom>
        </p:spPr>
        <p:txBody>
          <a:bodyPr lIns="50800" tIns="50800" rIns="50800" bIns="50800"/>
          <a:lstStyle/>
          <a:p>
            <a:pPr lvl="1" marL="0" indent="176021" defTabSz="273811">
              <a:spcBef>
                <a:spcPts val="2200"/>
              </a:spcBef>
              <a:buSzTx/>
              <a:buNone/>
              <a:defRPr sz="3850" u="sng">
                <a:latin typeface="Graphik Light"/>
                <a:ea typeface="Graphik Light"/>
                <a:cs typeface="Graphik Light"/>
                <a:sym typeface="Graphik Light"/>
              </a:defRPr>
            </a:pPr>
            <a:r>
              <a:t>NOT Gate</a:t>
            </a:r>
          </a:p>
          <a:p>
            <a:pPr lvl="1" marL="0" indent="176021" defTabSz="273811">
              <a:spcBef>
                <a:spcPts val="2200"/>
              </a:spcBef>
              <a:buSzTx/>
              <a:buNone/>
              <a:defRPr sz="3850" u="sng">
                <a:latin typeface="Graphik Light"/>
                <a:ea typeface="Graphik Light"/>
                <a:cs typeface="Graphik Light"/>
                <a:sym typeface="Graphik Light"/>
              </a:defRPr>
            </a:pPr>
            <a:r>
              <a:rPr>
                <a:solidFill>
                  <a:srgbClr val="0000FF"/>
                </a:solidFill>
                <a:uFill>
                  <a:solidFill>
                    <a:srgbClr val="0000FF"/>
                  </a:solidFill>
                </a:uFill>
                <a:hlinkClick r:id="rId2" invalidUrl="" action="" tgtFrame="" tooltip="" history="1" highlightClick="0" endSnd="0"/>
              </a:rPr>
              <a:t>https://www.ti.com/lit/ds/symlink/sn74lvc1g04.pdf?ts=1710149517735&amp;ref_url=https%253A%252F%252Fwww.google.com%252F</a:t>
            </a:r>
          </a:p>
          <a:p>
            <a:pPr lvl="1" marL="0" indent="176021" defTabSz="273811">
              <a:spcBef>
                <a:spcPts val="2200"/>
              </a:spcBef>
              <a:buSzTx/>
              <a:buNone/>
              <a:defRPr sz="3850" u="sng">
                <a:latin typeface="Graphik Light"/>
                <a:ea typeface="Graphik Light"/>
                <a:cs typeface="Graphik Light"/>
                <a:sym typeface="Graphik Light"/>
              </a:defRPr>
            </a:pPr>
            <a:r>
              <a:t>AND Gate</a:t>
            </a:r>
          </a:p>
          <a:p>
            <a:pPr lvl="1" marL="0" indent="176021" defTabSz="273811">
              <a:spcBef>
                <a:spcPts val="2200"/>
              </a:spcBef>
              <a:buSzTx/>
              <a:buNone/>
              <a:defRPr sz="3850" u="sng">
                <a:latin typeface="Graphik Light"/>
                <a:ea typeface="Graphik Light"/>
                <a:cs typeface="Graphik Light"/>
                <a:sym typeface="Graphik Light"/>
              </a:defRPr>
            </a:pPr>
            <a:r>
              <a:rPr>
                <a:solidFill>
                  <a:srgbClr val="0000FF"/>
                </a:solidFill>
                <a:uFill>
                  <a:solidFill>
                    <a:srgbClr val="0000FF"/>
                  </a:solidFill>
                </a:uFill>
                <a:hlinkClick r:id="rId3" invalidUrl="" action="" tgtFrame="" tooltip="" history="1" highlightClick="0" endSnd="0"/>
              </a:rPr>
              <a:t>https://www.ti.com/lit/ds/symlink/sn74lvc2g08-ep.pdf?ts=1710149410655&amp;ref_url=https%253A%252F%252Fwww.google.com%252F</a:t>
            </a:r>
          </a:p>
          <a:p>
            <a:pPr lvl="1" marL="0" indent="176021" defTabSz="273811">
              <a:spcBef>
                <a:spcPts val="2200"/>
              </a:spcBef>
              <a:buSzTx/>
              <a:buNone/>
              <a:defRPr sz="3850" u="sng">
                <a:latin typeface="Graphik Light"/>
                <a:ea typeface="Graphik Light"/>
                <a:cs typeface="Graphik Light"/>
                <a:sym typeface="Graphik Light"/>
              </a:defRPr>
            </a:pPr>
            <a:r>
              <a:t>4⤫1 Mux</a:t>
            </a:r>
          </a:p>
          <a:p>
            <a:pPr lvl="1" marL="0" indent="176021" defTabSz="273811">
              <a:spcBef>
                <a:spcPts val="2200"/>
              </a:spcBef>
              <a:buSzTx/>
              <a:buNone/>
              <a:defRPr sz="3850">
                <a:latin typeface="Graphik Light"/>
                <a:ea typeface="Graphik Light"/>
                <a:cs typeface="Graphik Light"/>
                <a:sym typeface="Graphik Light"/>
              </a:defRPr>
            </a:pPr>
            <a:r>
              <a:rPr u="sng">
                <a:solidFill>
                  <a:srgbClr val="0000FF"/>
                </a:solidFill>
                <a:uFill>
                  <a:solidFill>
                    <a:srgbClr val="0000FF"/>
                  </a:solidFill>
                </a:uFill>
                <a:hlinkClick r:id="rId4" invalidUrl="" action="" tgtFrame="" tooltip="" history="1" highlightClick="0" endSnd="0"/>
              </a:rPr>
              <a:t>https://www.ti.com/lit/ds/symlink/sn54als153.pdf?ts=1710149278799&amp;ref_url=https%253A%252F%252Fwww.google.com%252F</a:t>
            </a:r>
          </a:p>
          <a:p>
            <a:pPr lvl="1" marL="0" indent="176021" defTabSz="273811">
              <a:spcBef>
                <a:spcPts val="2200"/>
              </a:spcBef>
              <a:buSzTx/>
              <a:buNone/>
              <a:defRPr sz="3850" u="sng">
                <a:latin typeface="Graphik Light"/>
                <a:ea typeface="Graphik Light"/>
                <a:cs typeface="Graphik Light"/>
                <a:sym typeface="Graphik Light"/>
              </a:defRPr>
            </a:pPr>
            <a:r>
              <a:t>2⤫1 Mux</a:t>
            </a:r>
          </a:p>
          <a:p>
            <a:pPr lvl="1" marL="0" indent="176021" defTabSz="273811">
              <a:spcBef>
                <a:spcPts val="2200"/>
              </a:spcBef>
              <a:buSzTx/>
              <a:buNone/>
              <a:defRPr sz="3850">
                <a:latin typeface="Graphik Light"/>
                <a:ea typeface="Graphik Light"/>
                <a:cs typeface="Graphik Light"/>
                <a:sym typeface="Graphik Light"/>
              </a:defRPr>
            </a:pPr>
            <a:r>
              <a:rPr u="sng">
                <a:solidFill>
                  <a:srgbClr val="0000FF"/>
                </a:solidFill>
                <a:uFill>
                  <a:solidFill>
                    <a:srgbClr val="0000FF"/>
                  </a:solidFill>
                </a:uFill>
                <a:hlinkClick r:id="rId5" invalidUrl="" action="" tgtFrame="" tooltip="" history="1" highlightClick="0" endSnd="0"/>
              </a:rPr>
              <a:t>https://www.ti.com/lit/ds/symlink/sn74lvc2g157.pdf?ts=1710149327154&amp;ref_url=https%253A%252F%252Fwww.google.com%252F</a:t>
            </a:r>
          </a:p>
        </p:txBody>
      </p:sp>
      <p:sp>
        <p:nvSpPr>
          <p:cNvPr id="302" name="Working"/>
          <p:cNvSpPr txBox="1"/>
          <p:nvPr>
            <p:ph type="title"/>
          </p:nvPr>
        </p:nvSpPr>
        <p:spPr>
          <a:xfrm>
            <a:off x="1016925" y="611302"/>
            <a:ext cx="21971001" cy="1689102"/>
          </a:xfrm>
          <a:prstGeom prst="rect">
            <a:avLst/>
          </a:prstGeom>
        </p:spPr>
        <p:txBody>
          <a:bodyPr/>
          <a:lstStyle>
            <a:lvl1pPr algn="ctr" defTabSz="2316478">
              <a:defRPr sz="9500"/>
            </a:lvl1pPr>
          </a:lstStyle>
          <a:p>
            <a:pPr/>
            <a:r>
              <a:t>References</a:t>
            </a:r>
          </a:p>
        </p:txBody>
      </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4" name="THANK YOU"/>
          <p:cNvSpPr txBox="1"/>
          <p:nvPr/>
        </p:nvSpPr>
        <p:spPr>
          <a:xfrm>
            <a:off x="3582818" y="4560491"/>
            <a:ext cx="16755074" cy="3978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90000"/>
              </a:lnSpc>
              <a:spcBef>
                <a:spcPts val="0"/>
              </a:spcBef>
              <a:defRPr spc="-254" sz="25400">
                <a:solidFill>
                  <a:srgbClr val="535860"/>
                </a:solidFill>
                <a:latin typeface="Phosphate Inline"/>
                <a:ea typeface="Phosphate Inline"/>
                <a:cs typeface="Phosphate Inline"/>
                <a:sym typeface="Phosphate Inline"/>
              </a:defRPr>
            </a:lvl1pPr>
          </a:lstStyle>
          <a:p>
            <a:pPr/>
            <a:r>
              <a:t>THANK YOU</a:t>
            </a:r>
          </a:p>
        </p:txBody>
      </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36_DynamicWavesLight">
  <a:themeElements>
    <a:clrScheme name="36_DynamicWavesLight">
      <a:dk1>
        <a:srgbClr val="53585F"/>
      </a:dk1>
      <a:lt1>
        <a:srgbClr val="FFFFFF"/>
      </a:lt1>
      <a:dk2>
        <a:srgbClr val="A7A7A7"/>
      </a:dk2>
      <a:lt2>
        <a:srgbClr val="535353"/>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Helvetica"/>
        <a:ea typeface="Helvetica"/>
        <a:cs typeface="Helvetica"/>
      </a:majorFont>
      <a:minorFont>
        <a:latin typeface="Helvetica Neue"/>
        <a:ea typeface="Helvetica Neue"/>
        <a:cs typeface="Helvetica Neue"/>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F3E0C"/>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53585F"/>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53585F"/>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6_DynamicWavesLight">
  <a:themeElements>
    <a:clrScheme name="36_DynamicWavesLight">
      <a:dk1>
        <a:srgbClr val="000000"/>
      </a:dk1>
      <a:lt1>
        <a:srgbClr val="FFFFFF"/>
      </a:lt1>
      <a:dk2>
        <a:srgbClr val="A7A7A7"/>
      </a:dk2>
      <a:lt2>
        <a:srgbClr val="535353"/>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Helvetica"/>
        <a:ea typeface="Helvetica"/>
        <a:cs typeface="Helvetica"/>
      </a:majorFont>
      <a:minorFont>
        <a:latin typeface="Helvetica Neue"/>
        <a:ea typeface="Helvetica Neue"/>
        <a:cs typeface="Helvetica Neue"/>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F3E0C"/>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53585F"/>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53585F"/>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